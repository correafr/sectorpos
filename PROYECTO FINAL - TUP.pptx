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61" r:id="rId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E9628E-7D74-4125-BF00-BE9EB9591D99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AR"/>
        </a:p>
      </dgm:t>
    </dgm:pt>
    <dgm:pt modelId="{7260530F-B535-43E4-A048-9C487ACD76A7}">
      <dgm:prSet phldrT="[Texto]"/>
      <dgm:spPr/>
      <dgm:t>
        <a:bodyPr/>
        <a:lstStyle/>
        <a:p>
          <a:r>
            <a:rPr lang="es-ES" dirty="0"/>
            <a:t>TECNICATURA UNIV. EN PROGRAMACIÓN</a:t>
          </a:r>
          <a:endParaRPr lang="es-AR" dirty="0"/>
        </a:p>
      </dgm:t>
    </dgm:pt>
    <dgm:pt modelId="{DB0ED294-C957-4422-ACFD-2FC9D3D54896}" type="parTrans" cxnId="{362FCF8A-5470-40E1-9F68-C92154F2106C}">
      <dgm:prSet/>
      <dgm:spPr/>
      <dgm:t>
        <a:bodyPr/>
        <a:lstStyle/>
        <a:p>
          <a:endParaRPr lang="es-AR"/>
        </a:p>
      </dgm:t>
    </dgm:pt>
    <dgm:pt modelId="{763C2416-1FDE-46D1-A584-97006071D4D2}" type="sibTrans" cxnId="{362FCF8A-5470-40E1-9F68-C92154F2106C}">
      <dgm:prSet/>
      <dgm:spPr/>
      <dgm:t>
        <a:bodyPr/>
        <a:lstStyle/>
        <a:p>
          <a:endParaRPr lang="es-AR"/>
        </a:p>
      </dgm:t>
    </dgm:pt>
    <dgm:pt modelId="{0D40352B-701E-4893-8877-CF7987CC0A46}">
      <dgm:prSet phldrT="[Texto]" custT="1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s-AR" sz="2400" dirty="0"/>
            <a:t>TIPO APLICACIÓN: ESCRITORIO / WEB / MOBILE</a:t>
          </a:r>
        </a:p>
      </dgm:t>
    </dgm:pt>
    <dgm:pt modelId="{2362F081-0DEE-4A57-B156-1B2EC9DAA19D}" type="parTrans" cxnId="{ED6B175B-E3AF-471A-884B-1F4B5FF2E17D}">
      <dgm:prSet/>
      <dgm:spPr/>
      <dgm:t>
        <a:bodyPr/>
        <a:lstStyle/>
        <a:p>
          <a:endParaRPr lang="es-AR"/>
        </a:p>
      </dgm:t>
    </dgm:pt>
    <dgm:pt modelId="{F4AF2C66-3147-4F2F-80E1-68A8067A677F}" type="sibTrans" cxnId="{ED6B175B-E3AF-471A-884B-1F4B5FF2E17D}">
      <dgm:prSet/>
      <dgm:spPr/>
      <dgm:t>
        <a:bodyPr/>
        <a:lstStyle/>
        <a:p>
          <a:endParaRPr lang="es-AR"/>
        </a:p>
      </dgm:t>
    </dgm:pt>
    <dgm:pt modelId="{DC2F7289-5180-4671-AF8C-541316C0252D}">
      <dgm:prSet phldrT="[Texto]" custT="1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s-AR" sz="2400" dirty="0"/>
            <a:t>PARADIGMA: ORIENTADO A OBJETOS</a:t>
          </a:r>
        </a:p>
      </dgm:t>
    </dgm:pt>
    <dgm:pt modelId="{A13A569C-78B9-444A-8647-84F8D33CA567}" type="parTrans" cxnId="{1F844F59-6424-49AC-8AB2-570A1038F183}">
      <dgm:prSet/>
      <dgm:spPr/>
      <dgm:t>
        <a:bodyPr/>
        <a:lstStyle/>
        <a:p>
          <a:endParaRPr lang="es-AR"/>
        </a:p>
      </dgm:t>
    </dgm:pt>
    <dgm:pt modelId="{5FC2ACD8-F78B-4A80-BF94-29A356A45C03}" type="sibTrans" cxnId="{1F844F59-6424-49AC-8AB2-570A1038F183}">
      <dgm:prSet/>
      <dgm:spPr/>
      <dgm:t>
        <a:bodyPr/>
        <a:lstStyle/>
        <a:p>
          <a:endParaRPr lang="es-AR"/>
        </a:p>
      </dgm:t>
    </dgm:pt>
    <dgm:pt modelId="{ED1A1395-C1FD-4781-A5D7-33C414AAF853}">
      <dgm:prSet custT="1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s-AR" sz="2400" dirty="0"/>
            <a:t>ITERACIONES: UNA ITERACION SOBRE UN REQUERIMIENTO CORE.</a:t>
          </a:r>
        </a:p>
      </dgm:t>
    </dgm:pt>
    <dgm:pt modelId="{2E34DF0C-A6ED-4B26-8627-A520E4E4418A}" type="parTrans" cxnId="{EFDE8D67-6A4C-42BE-88AB-B7BE5AFB3805}">
      <dgm:prSet/>
      <dgm:spPr/>
      <dgm:t>
        <a:bodyPr/>
        <a:lstStyle/>
        <a:p>
          <a:endParaRPr lang="es-AR"/>
        </a:p>
      </dgm:t>
    </dgm:pt>
    <dgm:pt modelId="{58E52A87-C341-47B2-87C9-CED0C59DAC49}" type="sibTrans" cxnId="{EFDE8D67-6A4C-42BE-88AB-B7BE5AFB3805}">
      <dgm:prSet/>
      <dgm:spPr/>
      <dgm:t>
        <a:bodyPr/>
        <a:lstStyle/>
        <a:p>
          <a:endParaRPr lang="es-AR"/>
        </a:p>
      </dgm:t>
    </dgm:pt>
    <dgm:pt modelId="{2BC420BD-EEB7-4040-A141-7967B85AF0E6}">
      <dgm:prSet custT="1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s-AR" sz="2400" dirty="0"/>
            <a:t>PUNTOS DE LA GUÍA REQUERIDOS: 1 AL 14, ANEXOS 15.1, y 15.2.</a:t>
          </a:r>
        </a:p>
      </dgm:t>
    </dgm:pt>
    <dgm:pt modelId="{6AA5439D-07D3-41E3-8CF8-AAE558FBB43A}" type="parTrans" cxnId="{56FC4F3D-08A4-4C53-B61C-862DB52AE6E3}">
      <dgm:prSet/>
      <dgm:spPr/>
      <dgm:t>
        <a:bodyPr/>
        <a:lstStyle/>
        <a:p>
          <a:endParaRPr lang="es-AR"/>
        </a:p>
      </dgm:t>
    </dgm:pt>
    <dgm:pt modelId="{663DBD9A-912A-42D1-9C9F-3777739014C4}" type="sibTrans" cxnId="{56FC4F3D-08A4-4C53-B61C-862DB52AE6E3}">
      <dgm:prSet/>
      <dgm:spPr/>
      <dgm:t>
        <a:bodyPr/>
        <a:lstStyle/>
        <a:p>
          <a:endParaRPr lang="es-AR"/>
        </a:p>
      </dgm:t>
    </dgm:pt>
    <dgm:pt modelId="{81763411-A0B9-4124-9DF2-65E30E86028D}">
      <dgm:prSet phldrT="[Texto]" custT="1"/>
      <dgm:spPr/>
      <dgm:t>
        <a:bodyPr/>
        <a:lstStyle/>
        <a:p>
          <a:pPr>
            <a:buFont typeface="Wingdings" panose="05000000000000000000" pitchFamily="2" charset="2"/>
            <a:buChar char=""/>
          </a:pPr>
          <a:r>
            <a:rPr lang="es-ES" sz="2400" dirty="0"/>
            <a:t>METODOLOGÍA: PROCESO UNIFICADO / ICONIX / SCRUM / KANBAN</a:t>
          </a:r>
          <a:endParaRPr lang="es-AR" sz="2400" dirty="0"/>
        </a:p>
      </dgm:t>
    </dgm:pt>
    <dgm:pt modelId="{033A03FB-C8F5-4DB4-92F6-632E08737205}" type="parTrans" cxnId="{302803E5-BD06-4D26-8291-20A1F4EBBF2A}">
      <dgm:prSet/>
      <dgm:spPr/>
      <dgm:t>
        <a:bodyPr/>
        <a:lstStyle/>
        <a:p>
          <a:endParaRPr lang="es-AR"/>
        </a:p>
      </dgm:t>
    </dgm:pt>
    <dgm:pt modelId="{9424F5BA-92F7-4BCF-9CA5-77A2482B7877}" type="sibTrans" cxnId="{302803E5-BD06-4D26-8291-20A1F4EBBF2A}">
      <dgm:prSet/>
      <dgm:spPr/>
      <dgm:t>
        <a:bodyPr/>
        <a:lstStyle/>
        <a:p>
          <a:endParaRPr lang="es-AR"/>
        </a:p>
      </dgm:t>
    </dgm:pt>
    <dgm:pt modelId="{E2E2DB10-20BA-4B81-92F5-CB815D2D1539}" type="pres">
      <dgm:prSet presAssocID="{95E9628E-7D74-4125-BF00-BE9EB9591D99}" presName="Name0" presStyleCnt="0">
        <dgm:presLayoutVars>
          <dgm:dir/>
          <dgm:animLvl val="lvl"/>
          <dgm:resizeHandles val="exact"/>
        </dgm:presLayoutVars>
      </dgm:prSet>
      <dgm:spPr/>
    </dgm:pt>
    <dgm:pt modelId="{13667F3B-AA41-4BF7-B088-9D0D2D966D6A}" type="pres">
      <dgm:prSet presAssocID="{7260530F-B535-43E4-A048-9C487ACD76A7}" presName="composite" presStyleCnt="0"/>
      <dgm:spPr/>
    </dgm:pt>
    <dgm:pt modelId="{5C254367-86C8-4678-A19D-55876972FF2F}" type="pres">
      <dgm:prSet presAssocID="{7260530F-B535-43E4-A048-9C487ACD76A7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A07CC6D5-FD70-4DB0-87BA-3CEC543ABA22}" type="pres">
      <dgm:prSet presAssocID="{7260530F-B535-43E4-A048-9C487ACD76A7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89178B29-56D9-41B0-A565-5DC304B11F24}" type="presOf" srcId="{0D40352B-701E-4893-8877-CF7987CC0A46}" destId="{A07CC6D5-FD70-4DB0-87BA-3CEC543ABA22}" srcOrd="0" destOrd="0" presId="urn:microsoft.com/office/officeart/2005/8/layout/hList1"/>
    <dgm:cxn modelId="{56FC4F3D-08A4-4C53-B61C-862DB52AE6E3}" srcId="{7260530F-B535-43E4-A048-9C487ACD76A7}" destId="{2BC420BD-EEB7-4040-A141-7967B85AF0E6}" srcOrd="4" destOrd="0" parTransId="{6AA5439D-07D3-41E3-8CF8-AAE558FBB43A}" sibTransId="{663DBD9A-912A-42D1-9C9F-3777739014C4}"/>
    <dgm:cxn modelId="{7DBA9E40-F2D0-40C3-99E8-9D35C3C2A457}" type="presOf" srcId="{7260530F-B535-43E4-A048-9C487ACD76A7}" destId="{5C254367-86C8-4678-A19D-55876972FF2F}" srcOrd="0" destOrd="0" presId="urn:microsoft.com/office/officeart/2005/8/layout/hList1"/>
    <dgm:cxn modelId="{ED6B175B-E3AF-471A-884B-1F4B5FF2E17D}" srcId="{7260530F-B535-43E4-A048-9C487ACD76A7}" destId="{0D40352B-701E-4893-8877-CF7987CC0A46}" srcOrd="0" destOrd="0" parTransId="{2362F081-0DEE-4A57-B156-1B2EC9DAA19D}" sibTransId="{F4AF2C66-3147-4F2F-80E1-68A8067A677F}"/>
    <dgm:cxn modelId="{EFDE8D67-6A4C-42BE-88AB-B7BE5AFB3805}" srcId="{7260530F-B535-43E4-A048-9C487ACD76A7}" destId="{ED1A1395-C1FD-4781-A5D7-33C414AAF853}" srcOrd="3" destOrd="0" parTransId="{2E34DF0C-A6ED-4B26-8627-A520E4E4418A}" sibTransId="{58E52A87-C341-47B2-87C9-CED0C59DAC49}"/>
    <dgm:cxn modelId="{BDA63855-9CC2-41F0-807A-22269A4F0095}" type="presOf" srcId="{2BC420BD-EEB7-4040-A141-7967B85AF0E6}" destId="{A07CC6D5-FD70-4DB0-87BA-3CEC543ABA22}" srcOrd="0" destOrd="4" presId="urn:microsoft.com/office/officeart/2005/8/layout/hList1"/>
    <dgm:cxn modelId="{1F844F59-6424-49AC-8AB2-570A1038F183}" srcId="{7260530F-B535-43E4-A048-9C487ACD76A7}" destId="{DC2F7289-5180-4671-AF8C-541316C0252D}" srcOrd="2" destOrd="0" parTransId="{A13A569C-78B9-444A-8647-84F8D33CA567}" sibTransId="{5FC2ACD8-F78B-4A80-BF94-29A356A45C03}"/>
    <dgm:cxn modelId="{362FCF8A-5470-40E1-9F68-C92154F2106C}" srcId="{95E9628E-7D74-4125-BF00-BE9EB9591D99}" destId="{7260530F-B535-43E4-A048-9C487ACD76A7}" srcOrd="0" destOrd="0" parTransId="{DB0ED294-C957-4422-ACFD-2FC9D3D54896}" sibTransId="{763C2416-1FDE-46D1-A584-97006071D4D2}"/>
    <dgm:cxn modelId="{693B93A3-BACF-4B61-BFE8-8E23CC454766}" type="presOf" srcId="{ED1A1395-C1FD-4781-A5D7-33C414AAF853}" destId="{A07CC6D5-FD70-4DB0-87BA-3CEC543ABA22}" srcOrd="0" destOrd="3" presId="urn:microsoft.com/office/officeart/2005/8/layout/hList1"/>
    <dgm:cxn modelId="{E8233CAC-AA12-42AF-837F-F821A66A9DC9}" type="presOf" srcId="{95E9628E-7D74-4125-BF00-BE9EB9591D99}" destId="{E2E2DB10-20BA-4B81-92F5-CB815D2D1539}" srcOrd="0" destOrd="0" presId="urn:microsoft.com/office/officeart/2005/8/layout/hList1"/>
    <dgm:cxn modelId="{62EE64CF-D16E-43FE-9D81-6E71D44131BB}" type="presOf" srcId="{81763411-A0B9-4124-9DF2-65E30E86028D}" destId="{A07CC6D5-FD70-4DB0-87BA-3CEC543ABA22}" srcOrd="0" destOrd="1" presId="urn:microsoft.com/office/officeart/2005/8/layout/hList1"/>
    <dgm:cxn modelId="{F5615BE0-DD2C-4167-826D-D92BD8377861}" type="presOf" srcId="{DC2F7289-5180-4671-AF8C-541316C0252D}" destId="{A07CC6D5-FD70-4DB0-87BA-3CEC543ABA22}" srcOrd="0" destOrd="2" presId="urn:microsoft.com/office/officeart/2005/8/layout/hList1"/>
    <dgm:cxn modelId="{302803E5-BD06-4D26-8291-20A1F4EBBF2A}" srcId="{7260530F-B535-43E4-A048-9C487ACD76A7}" destId="{81763411-A0B9-4124-9DF2-65E30E86028D}" srcOrd="1" destOrd="0" parTransId="{033A03FB-C8F5-4DB4-92F6-632E08737205}" sibTransId="{9424F5BA-92F7-4BCF-9CA5-77A2482B7877}"/>
    <dgm:cxn modelId="{BD4C2D60-2A6D-45E5-B9B8-AB137EBE8644}" type="presParOf" srcId="{E2E2DB10-20BA-4B81-92F5-CB815D2D1539}" destId="{13667F3B-AA41-4BF7-B088-9D0D2D966D6A}" srcOrd="0" destOrd="0" presId="urn:microsoft.com/office/officeart/2005/8/layout/hList1"/>
    <dgm:cxn modelId="{A7C67D81-C176-4F81-AE84-147B9662D535}" type="presParOf" srcId="{13667F3B-AA41-4BF7-B088-9D0D2D966D6A}" destId="{5C254367-86C8-4678-A19D-55876972FF2F}" srcOrd="0" destOrd="0" presId="urn:microsoft.com/office/officeart/2005/8/layout/hList1"/>
    <dgm:cxn modelId="{2F562807-C747-4A00-9EB1-FE6C95564D60}" type="presParOf" srcId="{13667F3B-AA41-4BF7-B088-9D0D2D966D6A}" destId="{A07CC6D5-FD70-4DB0-87BA-3CEC543ABA2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2C64E8-295C-44D8-B59A-F5BD19E76C19}" type="doc">
      <dgm:prSet loTypeId="urn:microsoft.com/office/officeart/2008/layout/CircleAccentTimeline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AR"/>
        </a:p>
      </dgm:t>
    </dgm:pt>
    <dgm:pt modelId="{83BD8440-02A2-491C-B039-0EF9BBEBD65E}">
      <dgm:prSet phldrT="[Texto]" custT="1"/>
      <dgm:spPr/>
      <dgm:t>
        <a:bodyPr/>
        <a:lstStyle/>
        <a:p>
          <a:r>
            <a:rPr lang="es-ES" sz="1800" dirty="0"/>
            <a:t>INICIO DEL PROYECTO</a:t>
          </a:r>
          <a:endParaRPr lang="es-AR" sz="1800" dirty="0"/>
        </a:p>
      </dgm:t>
    </dgm:pt>
    <dgm:pt modelId="{24E69FBD-2773-4881-8D2F-ABC7F96757BC}" type="parTrans" cxnId="{63E9BA66-BFF3-4FD2-8D2B-7D85D958715D}">
      <dgm:prSet/>
      <dgm:spPr/>
      <dgm:t>
        <a:bodyPr/>
        <a:lstStyle/>
        <a:p>
          <a:endParaRPr lang="es-AR"/>
        </a:p>
      </dgm:t>
    </dgm:pt>
    <dgm:pt modelId="{03E632F3-1939-4B94-BDBA-97095FAC1B53}" type="sibTrans" cxnId="{63E9BA66-BFF3-4FD2-8D2B-7D85D958715D}">
      <dgm:prSet/>
      <dgm:spPr/>
      <dgm:t>
        <a:bodyPr/>
        <a:lstStyle/>
        <a:p>
          <a:endParaRPr lang="es-AR"/>
        </a:p>
      </dgm:t>
    </dgm:pt>
    <dgm:pt modelId="{A9131A36-4EE9-4102-84CC-7AE3E670C545}">
      <dgm:prSet phldrT="[Texto]" custT="1"/>
      <dgm:spPr/>
      <dgm:t>
        <a:bodyPr/>
        <a:lstStyle/>
        <a:p>
          <a:r>
            <a:rPr lang="es-AR" sz="1100" b="1" dirty="0"/>
            <a:t>NOMBRE DEL PROYECTO</a:t>
          </a:r>
          <a:endParaRPr lang="es-AR" sz="1100" dirty="0"/>
        </a:p>
      </dgm:t>
    </dgm:pt>
    <dgm:pt modelId="{089D0889-27FB-4412-A11A-7E6050A90C09}" type="parTrans" cxnId="{9B9641B4-AA93-420D-9962-CAE512A87A0D}">
      <dgm:prSet/>
      <dgm:spPr/>
      <dgm:t>
        <a:bodyPr/>
        <a:lstStyle/>
        <a:p>
          <a:endParaRPr lang="es-AR"/>
        </a:p>
      </dgm:t>
    </dgm:pt>
    <dgm:pt modelId="{0872B619-CD8D-4EF4-B2ED-A3FA653488A3}" type="sibTrans" cxnId="{9B9641B4-AA93-420D-9962-CAE512A87A0D}">
      <dgm:prSet/>
      <dgm:spPr/>
      <dgm:t>
        <a:bodyPr/>
        <a:lstStyle/>
        <a:p>
          <a:endParaRPr lang="es-AR"/>
        </a:p>
      </dgm:t>
    </dgm:pt>
    <dgm:pt modelId="{673F13D8-3855-4162-AA01-B874629B014C}">
      <dgm:prSet phldrT="[Texto]" custT="1"/>
      <dgm:spPr/>
      <dgm:t>
        <a:bodyPr/>
        <a:lstStyle/>
        <a:p>
          <a:pPr algn="l"/>
          <a:r>
            <a:rPr lang="es-AR" sz="1100" b="1" dirty="0"/>
            <a:t>DESCRIPCIÓN DEL PROYECTO</a:t>
          </a:r>
          <a:endParaRPr lang="es-AR" sz="1100" dirty="0"/>
        </a:p>
      </dgm:t>
    </dgm:pt>
    <dgm:pt modelId="{E5BB4A8E-D7B9-41BC-BCDF-49E9D7B96B94}" type="parTrans" cxnId="{34FEFC68-2A67-43B6-B942-4F61F3915E1E}">
      <dgm:prSet/>
      <dgm:spPr/>
      <dgm:t>
        <a:bodyPr/>
        <a:lstStyle/>
        <a:p>
          <a:endParaRPr lang="es-AR"/>
        </a:p>
      </dgm:t>
    </dgm:pt>
    <dgm:pt modelId="{F05D86CA-C50A-4EE2-8DBD-5C19C8E6C20D}" type="sibTrans" cxnId="{34FEFC68-2A67-43B6-B942-4F61F3915E1E}">
      <dgm:prSet/>
      <dgm:spPr/>
      <dgm:t>
        <a:bodyPr/>
        <a:lstStyle/>
        <a:p>
          <a:endParaRPr lang="es-AR"/>
        </a:p>
      </dgm:t>
    </dgm:pt>
    <dgm:pt modelId="{FBC3B858-3BCB-4424-927D-B67AC6F39AAC}">
      <dgm:prSet phldrT="[Texto]" custT="1"/>
      <dgm:spPr/>
      <dgm:t>
        <a:bodyPr/>
        <a:lstStyle/>
        <a:p>
          <a:r>
            <a:rPr lang="es-ES" sz="1800" dirty="0"/>
            <a:t>LANZAMIENTO DEL PROYECTO</a:t>
          </a:r>
          <a:endParaRPr lang="es-AR" sz="1800" dirty="0"/>
        </a:p>
      </dgm:t>
    </dgm:pt>
    <dgm:pt modelId="{2DA9F317-57E3-4034-90F8-C0BF64DE1AF1}" type="parTrans" cxnId="{795341AD-EC42-46C5-849E-D64184286752}">
      <dgm:prSet/>
      <dgm:spPr/>
      <dgm:t>
        <a:bodyPr/>
        <a:lstStyle/>
        <a:p>
          <a:endParaRPr lang="es-AR"/>
        </a:p>
      </dgm:t>
    </dgm:pt>
    <dgm:pt modelId="{E239DC2E-1DAA-4F2D-AE6E-B37E8D3D64CA}" type="sibTrans" cxnId="{795341AD-EC42-46C5-849E-D64184286752}">
      <dgm:prSet/>
      <dgm:spPr/>
      <dgm:t>
        <a:bodyPr/>
        <a:lstStyle/>
        <a:p>
          <a:endParaRPr lang="es-AR"/>
        </a:p>
      </dgm:t>
    </dgm:pt>
    <dgm:pt modelId="{787FCB1A-8212-48DF-B113-491890AC3119}">
      <dgm:prSet phldrT="[Texto]"/>
      <dgm:spPr/>
      <dgm:t>
        <a:bodyPr/>
        <a:lstStyle/>
        <a:p>
          <a:pPr algn="l"/>
          <a:r>
            <a:rPr lang="es-AR" b="1" dirty="0"/>
            <a:t>ITERACIONES DEL PROYECTO</a:t>
          </a:r>
          <a:endParaRPr lang="es-AR" dirty="0"/>
        </a:p>
      </dgm:t>
    </dgm:pt>
    <dgm:pt modelId="{C3A6345D-F61D-433D-AE84-C853D8ED3F8C}" type="parTrans" cxnId="{E9857691-A7E5-44DD-A748-4763C7363768}">
      <dgm:prSet/>
      <dgm:spPr/>
      <dgm:t>
        <a:bodyPr/>
        <a:lstStyle/>
        <a:p>
          <a:endParaRPr lang="es-AR"/>
        </a:p>
      </dgm:t>
    </dgm:pt>
    <dgm:pt modelId="{5F57B111-D1A9-417A-967B-2681A551D528}" type="sibTrans" cxnId="{E9857691-A7E5-44DD-A748-4763C7363768}">
      <dgm:prSet/>
      <dgm:spPr/>
      <dgm:t>
        <a:bodyPr/>
        <a:lstStyle/>
        <a:p>
          <a:endParaRPr lang="es-AR"/>
        </a:p>
      </dgm:t>
    </dgm:pt>
    <dgm:pt modelId="{861D7E98-DF96-4885-B2B5-A98684021869}">
      <dgm:prSet phldrT="[Texto]"/>
      <dgm:spPr/>
      <dgm:t>
        <a:bodyPr/>
        <a:lstStyle/>
        <a:p>
          <a:r>
            <a:rPr lang="es-ES" dirty="0"/>
            <a:t>PROYECTO FINAL TUP</a:t>
          </a:r>
          <a:endParaRPr lang="es-AR" dirty="0"/>
        </a:p>
      </dgm:t>
    </dgm:pt>
    <dgm:pt modelId="{3532FC02-8CB4-4154-A196-55D9A5073A41}" type="parTrans" cxnId="{0F07F858-6464-419E-B235-0F20D94F1CDB}">
      <dgm:prSet/>
      <dgm:spPr/>
      <dgm:t>
        <a:bodyPr/>
        <a:lstStyle/>
        <a:p>
          <a:endParaRPr lang="es-AR"/>
        </a:p>
      </dgm:t>
    </dgm:pt>
    <dgm:pt modelId="{14F9B6D9-51F7-46E3-B016-6E09EEB89330}" type="sibTrans" cxnId="{0F07F858-6464-419E-B235-0F20D94F1CDB}">
      <dgm:prSet/>
      <dgm:spPr/>
      <dgm:t>
        <a:bodyPr/>
        <a:lstStyle/>
        <a:p>
          <a:endParaRPr lang="es-AR"/>
        </a:p>
      </dgm:t>
    </dgm:pt>
    <dgm:pt modelId="{4345880A-2E43-45ED-9DE5-E80807B0BDD7}">
      <dgm:prSet phldrT="[Texto]" custT="1"/>
      <dgm:spPr/>
      <dgm:t>
        <a:bodyPr/>
        <a:lstStyle/>
        <a:p>
          <a:r>
            <a:rPr lang="es-AR" sz="1100" b="1" dirty="0"/>
            <a:t>OBJETIVOS DEL PROYECTO</a:t>
          </a:r>
          <a:endParaRPr lang="es-AR" sz="1100" dirty="0"/>
        </a:p>
      </dgm:t>
    </dgm:pt>
    <dgm:pt modelId="{026936B5-7F3B-42FE-866C-54A0A7933902}" type="parTrans" cxnId="{66A452A0-40C2-4FBA-AD8D-E049D538F602}">
      <dgm:prSet/>
      <dgm:spPr/>
      <dgm:t>
        <a:bodyPr/>
        <a:lstStyle/>
        <a:p>
          <a:endParaRPr lang="es-AR"/>
        </a:p>
      </dgm:t>
    </dgm:pt>
    <dgm:pt modelId="{AC33D56D-2A83-4475-B579-90A1826C01E8}" type="sibTrans" cxnId="{66A452A0-40C2-4FBA-AD8D-E049D538F602}">
      <dgm:prSet/>
      <dgm:spPr/>
      <dgm:t>
        <a:bodyPr/>
        <a:lstStyle/>
        <a:p>
          <a:endParaRPr lang="es-AR"/>
        </a:p>
      </dgm:t>
    </dgm:pt>
    <dgm:pt modelId="{8AA40EC0-A5C3-4F44-847B-88CC96CAE1D2}">
      <dgm:prSet phldrT="[Texto]" custT="1"/>
      <dgm:spPr/>
      <dgm:t>
        <a:bodyPr/>
        <a:lstStyle/>
        <a:p>
          <a:r>
            <a:rPr lang="es-AR" sz="1100" b="1" dirty="0"/>
            <a:t>DEFINICIÓN DE REQUERIMIENTOS</a:t>
          </a:r>
          <a:endParaRPr lang="es-AR" sz="1100" dirty="0"/>
        </a:p>
      </dgm:t>
    </dgm:pt>
    <dgm:pt modelId="{16485819-E2D2-4FA2-B0EC-2DB753199EF6}" type="parTrans" cxnId="{DAFB0CB3-7FA9-4FD9-BFA0-5B826EB7EDAE}">
      <dgm:prSet/>
      <dgm:spPr/>
      <dgm:t>
        <a:bodyPr/>
        <a:lstStyle/>
        <a:p>
          <a:endParaRPr lang="es-AR"/>
        </a:p>
      </dgm:t>
    </dgm:pt>
    <dgm:pt modelId="{F73F2303-966D-464F-B455-20432385262E}" type="sibTrans" cxnId="{DAFB0CB3-7FA9-4FD9-BFA0-5B826EB7EDAE}">
      <dgm:prSet/>
      <dgm:spPr/>
      <dgm:t>
        <a:bodyPr/>
        <a:lstStyle/>
        <a:p>
          <a:endParaRPr lang="es-AR"/>
        </a:p>
      </dgm:t>
    </dgm:pt>
    <dgm:pt modelId="{94A210BA-A517-4DD1-99FD-547DD00518D3}">
      <dgm:prSet phldrT="[Texto]" custT="1"/>
      <dgm:spPr/>
      <dgm:t>
        <a:bodyPr/>
        <a:lstStyle/>
        <a:p>
          <a:pPr algn="l"/>
          <a:r>
            <a:rPr lang="es-AR" sz="1100" b="1" dirty="0"/>
            <a:t>REGISTRO DE INTERESADOS</a:t>
          </a:r>
          <a:endParaRPr lang="es-AR" sz="1100" dirty="0"/>
        </a:p>
      </dgm:t>
    </dgm:pt>
    <dgm:pt modelId="{B29F3E78-FEAB-4725-A405-C8E99EAEF77A}" type="parTrans" cxnId="{0919031D-DCC0-4B06-B535-303B822A30D9}">
      <dgm:prSet/>
      <dgm:spPr/>
      <dgm:t>
        <a:bodyPr/>
        <a:lstStyle/>
        <a:p>
          <a:endParaRPr lang="es-AR"/>
        </a:p>
      </dgm:t>
    </dgm:pt>
    <dgm:pt modelId="{7E841165-659D-4EA1-963F-A382F59641C2}" type="sibTrans" cxnId="{0919031D-DCC0-4B06-B535-303B822A30D9}">
      <dgm:prSet/>
      <dgm:spPr/>
      <dgm:t>
        <a:bodyPr/>
        <a:lstStyle/>
        <a:p>
          <a:endParaRPr lang="es-AR"/>
        </a:p>
      </dgm:t>
    </dgm:pt>
    <dgm:pt modelId="{4EC28963-7D32-4B2C-B744-DD1DDC8FDB1F}">
      <dgm:prSet phldrT="[Texto]" custT="1"/>
      <dgm:spPr/>
      <dgm:t>
        <a:bodyPr/>
        <a:lstStyle/>
        <a:p>
          <a:r>
            <a:rPr lang="es-AR" sz="1100" b="1" dirty="0"/>
            <a:t>CRONOGRAMA DE HITOS DEL PROYECTO</a:t>
          </a:r>
          <a:endParaRPr lang="es-AR" sz="1100" dirty="0"/>
        </a:p>
      </dgm:t>
    </dgm:pt>
    <dgm:pt modelId="{17BA8882-C204-4953-9573-D11F9EB9B3CD}" type="parTrans" cxnId="{C9E9B3DE-B90C-41AC-B74A-0301D86A68B1}">
      <dgm:prSet/>
      <dgm:spPr/>
      <dgm:t>
        <a:bodyPr/>
        <a:lstStyle/>
        <a:p>
          <a:endParaRPr lang="es-AR"/>
        </a:p>
      </dgm:t>
    </dgm:pt>
    <dgm:pt modelId="{AC04EF6F-6EF1-433C-805E-294D2914D90C}" type="sibTrans" cxnId="{C9E9B3DE-B90C-41AC-B74A-0301D86A68B1}">
      <dgm:prSet/>
      <dgm:spPr/>
      <dgm:t>
        <a:bodyPr/>
        <a:lstStyle/>
        <a:p>
          <a:endParaRPr lang="es-AR"/>
        </a:p>
      </dgm:t>
    </dgm:pt>
    <dgm:pt modelId="{89F57F9A-7CBC-4C99-8E6F-AAD422AD9ECC}">
      <dgm:prSet phldrT="[Texto]" custT="1"/>
      <dgm:spPr/>
      <dgm:t>
        <a:bodyPr/>
        <a:lstStyle/>
        <a:p>
          <a:pPr algn="l"/>
          <a:r>
            <a:rPr lang="es-AR" sz="1100" b="1" dirty="0"/>
            <a:t>CRITERIOS DE ACEPTACIÓN DEL PRODUCTO</a:t>
          </a:r>
          <a:endParaRPr lang="es-AR" sz="1100" dirty="0"/>
        </a:p>
      </dgm:t>
    </dgm:pt>
    <dgm:pt modelId="{B536161D-8E4D-42F8-9CFC-D388A07BD9D6}" type="parTrans" cxnId="{A1AA6976-EED7-4F06-947C-BDF3FA44A7AC}">
      <dgm:prSet/>
      <dgm:spPr/>
      <dgm:t>
        <a:bodyPr/>
        <a:lstStyle/>
        <a:p>
          <a:endParaRPr lang="es-AR"/>
        </a:p>
      </dgm:t>
    </dgm:pt>
    <dgm:pt modelId="{CDD0B7F9-CF92-4B2B-A3EB-439F015D9D45}" type="sibTrans" cxnId="{A1AA6976-EED7-4F06-947C-BDF3FA44A7AC}">
      <dgm:prSet/>
      <dgm:spPr/>
      <dgm:t>
        <a:bodyPr/>
        <a:lstStyle/>
        <a:p>
          <a:endParaRPr lang="es-AR"/>
        </a:p>
      </dgm:t>
    </dgm:pt>
    <dgm:pt modelId="{9687F58E-38D6-4B4E-A0BA-F4747216B6B5}">
      <dgm:prSet phldrT="[Texto]" custT="1"/>
      <dgm:spPr/>
      <dgm:t>
        <a:bodyPr/>
        <a:lstStyle/>
        <a:p>
          <a:r>
            <a:rPr lang="es-AR" sz="1100" b="1" dirty="0"/>
            <a:t>SUPUESTOS DEL PROYECTO</a:t>
          </a:r>
          <a:endParaRPr lang="es-AR" sz="1100" dirty="0"/>
        </a:p>
      </dgm:t>
    </dgm:pt>
    <dgm:pt modelId="{35C2B44B-21E4-48F2-B189-1AC695CEDBA5}" type="parTrans" cxnId="{623C63AF-A446-43AE-8BD4-D6044691AA40}">
      <dgm:prSet/>
      <dgm:spPr/>
      <dgm:t>
        <a:bodyPr/>
        <a:lstStyle/>
        <a:p>
          <a:endParaRPr lang="es-AR"/>
        </a:p>
      </dgm:t>
    </dgm:pt>
    <dgm:pt modelId="{9F2E1630-FA71-4534-97F8-A4D81C459245}" type="sibTrans" cxnId="{623C63AF-A446-43AE-8BD4-D6044691AA40}">
      <dgm:prSet/>
      <dgm:spPr/>
      <dgm:t>
        <a:bodyPr/>
        <a:lstStyle/>
        <a:p>
          <a:endParaRPr lang="es-AR"/>
        </a:p>
      </dgm:t>
    </dgm:pt>
    <dgm:pt modelId="{9547C7D5-815D-4C20-9C18-9FA1F180E78E}">
      <dgm:prSet phldrT="[Texto]" custT="1"/>
      <dgm:spPr/>
      <dgm:t>
        <a:bodyPr/>
        <a:lstStyle/>
        <a:p>
          <a:pPr algn="l"/>
          <a:r>
            <a:rPr lang="es-AR" sz="1100" b="1" dirty="0"/>
            <a:t>RESTRICCIONES DEL PROYECTO</a:t>
          </a:r>
          <a:endParaRPr lang="es-AR" sz="1100" dirty="0"/>
        </a:p>
      </dgm:t>
    </dgm:pt>
    <dgm:pt modelId="{42D8E0D4-8D52-4EA4-99AF-565ECADA13FB}" type="parTrans" cxnId="{9594F675-3A94-47EB-B7FF-B2F72EBB4E10}">
      <dgm:prSet/>
      <dgm:spPr/>
      <dgm:t>
        <a:bodyPr/>
        <a:lstStyle/>
        <a:p>
          <a:endParaRPr lang="es-AR"/>
        </a:p>
      </dgm:t>
    </dgm:pt>
    <dgm:pt modelId="{48DA8C86-9C36-46A4-9118-B0B4D58AED34}" type="sibTrans" cxnId="{9594F675-3A94-47EB-B7FF-B2F72EBB4E10}">
      <dgm:prSet/>
      <dgm:spPr/>
      <dgm:t>
        <a:bodyPr/>
        <a:lstStyle/>
        <a:p>
          <a:endParaRPr lang="es-AR"/>
        </a:p>
      </dgm:t>
    </dgm:pt>
    <dgm:pt modelId="{17126490-8AFA-4369-B13B-70785943EFBD}">
      <dgm:prSet phldrT="[Texto]"/>
      <dgm:spPr/>
      <dgm:t>
        <a:bodyPr/>
        <a:lstStyle/>
        <a:p>
          <a:r>
            <a:rPr lang="es-AR" b="1" dirty="0"/>
            <a:t>REPORTES / INDICADORES / ESTADÍSTICAS</a:t>
          </a:r>
          <a:endParaRPr lang="es-AR" dirty="0"/>
        </a:p>
      </dgm:t>
    </dgm:pt>
    <dgm:pt modelId="{2F2AEF58-E262-4A43-BF88-A85C64ABCDB6}" type="parTrans" cxnId="{85963F1F-3D8D-4D81-83A3-832B695CE3AC}">
      <dgm:prSet/>
      <dgm:spPr/>
      <dgm:t>
        <a:bodyPr/>
        <a:lstStyle/>
        <a:p>
          <a:endParaRPr lang="es-AR"/>
        </a:p>
      </dgm:t>
    </dgm:pt>
    <dgm:pt modelId="{8767CF45-44E7-48C8-98B1-C1FBCBF5B29F}" type="sibTrans" cxnId="{85963F1F-3D8D-4D81-83A3-832B695CE3AC}">
      <dgm:prSet/>
      <dgm:spPr/>
      <dgm:t>
        <a:bodyPr/>
        <a:lstStyle/>
        <a:p>
          <a:endParaRPr lang="es-AR"/>
        </a:p>
      </dgm:t>
    </dgm:pt>
    <dgm:pt modelId="{8D649BC5-02A3-4AEA-9DDF-DBDD88F1B2CA}">
      <dgm:prSet phldrT="[Texto]"/>
      <dgm:spPr/>
      <dgm:t>
        <a:bodyPr/>
        <a:lstStyle/>
        <a:p>
          <a:pPr algn="l"/>
          <a:r>
            <a:rPr lang="es-AR" b="1" dirty="0"/>
            <a:t>MANUALES E INSTRUCTIVOS</a:t>
          </a:r>
          <a:endParaRPr lang="es-AR" dirty="0"/>
        </a:p>
      </dgm:t>
    </dgm:pt>
    <dgm:pt modelId="{25A858C3-065E-4B69-9030-F8B229AF46B5}" type="parTrans" cxnId="{B85A7611-3086-4118-A0E9-2EAC6CE47C86}">
      <dgm:prSet/>
      <dgm:spPr/>
      <dgm:t>
        <a:bodyPr/>
        <a:lstStyle/>
        <a:p>
          <a:endParaRPr lang="es-AR"/>
        </a:p>
      </dgm:t>
    </dgm:pt>
    <dgm:pt modelId="{03494E3D-EFA7-499D-8D35-F65CE7136325}" type="sibTrans" cxnId="{B85A7611-3086-4118-A0E9-2EAC6CE47C86}">
      <dgm:prSet/>
      <dgm:spPr/>
      <dgm:t>
        <a:bodyPr/>
        <a:lstStyle/>
        <a:p>
          <a:endParaRPr lang="es-AR"/>
        </a:p>
      </dgm:t>
    </dgm:pt>
    <dgm:pt modelId="{C3B37E4E-8757-47FF-9DC4-B108A9488306}">
      <dgm:prSet phldrT="[Texto]"/>
      <dgm:spPr/>
      <dgm:t>
        <a:bodyPr/>
        <a:lstStyle/>
        <a:p>
          <a:r>
            <a:rPr lang="es-AR" b="1" dirty="0"/>
            <a:t>ARQUITECTURA DEL SOFTWARE</a:t>
          </a:r>
          <a:endParaRPr lang="es-AR" dirty="0"/>
        </a:p>
      </dgm:t>
    </dgm:pt>
    <dgm:pt modelId="{A03DE1A6-F18E-4180-BC75-9D1A7355B58A}" type="parTrans" cxnId="{FCA37B50-BF4F-4930-9CD0-AF5C84C3B675}">
      <dgm:prSet/>
      <dgm:spPr/>
      <dgm:t>
        <a:bodyPr/>
        <a:lstStyle/>
        <a:p>
          <a:endParaRPr lang="es-AR"/>
        </a:p>
      </dgm:t>
    </dgm:pt>
    <dgm:pt modelId="{C15C5A3C-5DAF-4512-AE1F-D9A73ED8DAB1}" type="sibTrans" cxnId="{FCA37B50-BF4F-4930-9CD0-AF5C84C3B675}">
      <dgm:prSet/>
      <dgm:spPr/>
      <dgm:t>
        <a:bodyPr/>
        <a:lstStyle/>
        <a:p>
          <a:endParaRPr lang="es-AR"/>
        </a:p>
      </dgm:t>
    </dgm:pt>
    <dgm:pt modelId="{6DEE91FF-30D4-4A7C-B7DA-FF0EE1F1DA92}">
      <dgm:prSet phldrT="[Texto]"/>
      <dgm:spPr/>
      <dgm:t>
        <a:bodyPr/>
        <a:lstStyle/>
        <a:p>
          <a:pPr algn="l"/>
          <a:r>
            <a:rPr lang="es-AR" b="1" dirty="0"/>
            <a:t>SEGURIDAD</a:t>
          </a:r>
          <a:endParaRPr lang="es-AR" dirty="0"/>
        </a:p>
      </dgm:t>
    </dgm:pt>
    <dgm:pt modelId="{675D08AA-2BC0-4A9A-9500-05A1A052535E}" type="parTrans" cxnId="{2F09938A-D6E1-4421-B427-8FEADD761963}">
      <dgm:prSet/>
      <dgm:spPr/>
      <dgm:t>
        <a:bodyPr/>
        <a:lstStyle/>
        <a:p>
          <a:endParaRPr lang="es-AR"/>
        </a:p>
      </dgm:t>
    </dgm:pt>
    <dgm:pt modelId="{DB56B4B4-7B88-4093-AE65-3C8515E4CA79}" type="sibTrans" cxnId="{2F09938A-D6E1-4421-B427-8FEADD761963}">
      <dgm:prSet/>
      <dgm:spPr/>
      <dgm:t>
        <a:bodyPr/>
        <a:lstStyle/>
        <a:p>
          <a:endParaRPr lang="es-AR"/>
        </a:p>
      </dgm:t>
    </dgm:pt>
    <dgm:pt modelId="{6F42A684-3731-441A-9152-FACACD73F1C1}">
      <dgm:prSet phldrT="[Texto]" custT="1"/>
      <dgm:spPr/>
      <dgm:t>
        <a:bodyPr/>
        <a:lstStyle/>
        <a:p>
          <a:r>
            <a:rPr lang="es-AR" sz="1100" b="1"/>
            <a:t>ALCANCE</a:t>
          </a:r>
          <a:endParaRPr lang="es-AR" sz="1100" dirty="0"/>
        </a:p>
      </dgm:t>
    </dgm:pt>
    <dgm:pt modelId="{C579AC51-821D-43AE-B7A1-AE7E1D345523}" type="parTrans" cxnId="{50F35B29-151F-401D-AB4A-9B673AF4B983}">
      <dgm:prSet/>
      <dgm:spPr/>
      <dgm:t>
        <a:bodyPr/>
        <a:lstStyle/>
        <a:p>
          <a:endParaRPr lang="es-AR"/>
        </a:p>
      </dgm:t>
    </dgm:pt>
    <dgm:pt modelId="{06762AB8-B6AE-4563-92A1-73D69ADDF5D9}" type="sibTrans" cxnId="{50F35B29-151F-401D-AB4A-9B673AF4B983}">
      <dgm:prSet/>
      <dgm:spPr/>
      <dgm:t>
        <a:bodyPr/>
        <a:lstStyle/>
        <a:p>
          <a:endParaRPr lang="es-AR"/>
        </a:p>
      </dgm:t>
    </dgm:pt>
    <dgm:pt modelId="{800F6E1A-82F3-467F-9A78-49BA00FBF2D1}" type="pres">
      <dgm:prSet presAssocID="{512C64E8-295C-44D8-B59A-F5BD19E76C19}" presName="Name0" presStyleCnt="0">
        <dgm:presLayoutVars>
          <dgm:dir/>
        </dgm:presLayoutVars>
      </dgm:prSet>
      <dgm:spPr/>
    </dgm:pt>
    <dgm:pt modelId="{61679AE8-530A-4D46-A213-D92048B297D9}" type="pres">
      <dgm:prSet presAssocID="{83BD8440-02A2-491C-B039-0EF9BBEBD65E}" presName="parComposite" presStyleCnt="0"/>
      <dgm:spPr/>
    </dgm:pt>
    <dgm:pt modelId="{D2281EC3-732C-4495-ACF6-3AAC7B4C06B5}" type="pres">
      <dgm:prSet presAssocID="{83BD8440-02A2-491C-B039-0EF9BBEBD65E}" presName="parBigCircle" presStyleLbl="node0" presStyleIdx="0" presStyleCnt="3"/>
      <dgm:spPr/>
    </dgm:pt>
    <dgm:pt modelId="{CAEE555A-1B37-468E-919C-1B2C267839F9}" type="pres">
      <dgm:prSet presAssocID="{83BD8440-02A2-491C-B039-0EF9BBEBD65E}" presName="parTx" presStyleLbl="revTx" presStyleIdx="0" presStyleCnt="33"/>
      <dgm:spPr/>
    </dgm:pt>
    <dgm:pt modelId="{9DA17166-A64A-4FD4-AB44-120BFEFDC6A3}" type="pres">
      <dgm:prSet presAssocID="{83BD8440-02A2-491C-B039-0EF9BBEBD65E}" presName="bSpace" presStyleCnt="0"/>
      <dgm:spPr/>
    </dgm:pt>
    <dgm:pt modelId="{05DAE6D2-B03C-462E-9B4D-BA029B29BEC9}" type="pres">
      <dgm:prSet presAssocID="{83BD8440-02A2-491C-B039-0EF9BBEBD65E}" presName="parBackupNorm" presStyleCnt="0"/>
      <dgm:spPr/>
    </dgm:pt>
    <dgm:pt modelId="{E5C0EA9E-DD98-4507-9085-C5B702692830}" type="pres">
      <dgm:prSet presAssocID="{03E632F3-1939-4B94-BDBA-97095FAC1B53}" presName="parSpace" presStyleCnt="0"/>
      <dgm:spPr/>
    </dgm:pt>
    <dgm:pt modelId="{98BBB9C9-FFE6-401B-B744-8EF97EC5E2D2}" type="pres">
      <dgm:prSet presAssocID="{A9131A36-4EE9-4102-84CC-7AE3E670C545}" presName="desBackupLeftNorm" presStyleCnt="0"/>
      <dgm:spPr/>
    </dgm:pt>
    <dgm:pt modelId="{B2D11045-E6ED-4324-9E49-6CF344B888FD}" type="pres">
      <dgm:prSet presAssocID="{A9131A36-4EE9-4102-84CC-7AE3E670C545}" presName="desComposite" presStyleCnt="0"/>
      <dgm:spPr/>
    </dgm:pt>
    <dgm:pt modelId="{BDF079DD-1477-4C6A-BDAE-F02B5F6D1993}" type="pres">
      <dgm:prSet presAssocID="{A9131A36-4EE9-4102-84CC-7AE3E670C545}" presName="desCircle" presStyleLbl="node1" presStyleIdx="0" presStyleCnt="15"/>
      <dgm:spPr/>
    </dgm:pt>
    <dgm:pt modelId="{38B68DE1-AF4D-4047-92FF-988E8BDEA187}" type="pres">
      <dgm:prSet presAssocID="{A9131A36-4EE9-4102-84CC-7AE3E670C545}" presName="chTx" presStyleLbl="revTx" presStyleIdx="1" presStyleCnt="33"/>
      <dgm:spPr/>
    </dgm:pt>
    <dgm:pt modelId="{E77F0C94-E9A0-42B5-9B99-A5B9FB331ECF}" type="pres">
      <dgm:prSet presAssocID="{A9131A36-4EE9-4102-84CC-7AE3E670C545}" presName="desTx" presStyleLbl="revTx" presStyleIdx="2" presStyleCnt="33">
        <dgm:presLayoutVars>
          <dgm:bulletEnabled val="1"/>
        </dgm:presLayoutVars>
      </dgm:prSet>
      <dgm:spPr/>
    </dgm:pt>
    <dgm:pt modelId="{311FE6A1-5C7D-4407-8618-98392D2B5502}" type="pres">
      <dgm:prSet presAssocID="{A9131A36-4EE9-4102-84CC-7AE3E670C545}" presName="desBackupRightNorm" presStyleCnt="0"/>
      <dgm:spPr/>
    </dgm:pt>
    <dgm:pt modelId="{7EBC969B-1D14-4F79-BB27-4FE06ED3F921}" type="pres">
      <dgm:prSet presAssocID="{0872B619-CD8D-4EF4-B2ED-A3FA653488A3}" presName="desSpace" presStyleCnt="0"/>
      <dgm:spPr/>
    </dgm:pt>
    <dgm:pt modelId="{E3B1EA9E-22D7-4779-8AC8-9A4E900542AA}" type="pres">
      <dgm:prSet presAssocID="{673F13D8-3855-4162-AA01-B874629B014C}" presName="desBackupLeftNorm" presStyleCnt="0"/>
      <dgm:spPr/>
    </dgm:pt>
    <dgm:pt modelId="{72C89554-89FD-4536-91CE-4EADA32FE8EF}" type="pres">
      <dgm:prSet presAssocID="{673F13D8-3855-4162-AA01-B874629B014C}" presName="desComposite" presStyleCnt="0"/>
      <dgm:spPr/>
    </dgm:pt>
    <dgm:pt modelId="{4B6C1CA5-2159-475A-A2E4-1EF3948094EF}" type="pres">
      <dgm:prSet presAssocID="{673F13D8-3855-4162-AA01-B874629B014C}" presName="desCircle" presStyleLbl="node1" presStyleIdx="1" presStyleCnt="15"/>
      <dgm:spPr/>
    </dgm:pt>
    <dgm:pt modelId="{FC69FBDA-09C1-4172-A9AD-A50DBC7B68A6}" type="pres">
      <dgm:prSet presAssocID="{673F13D8-3855-4162-AA01-B874629B014C}" presName="chTx" presStyleLbl="revTx" presStyleIdx="3" presStyleCnt="33" custLinFactY="-28311" custLinFactNeighborX="70698" custLinFactNeighborY="-100000"/>
      <dgm:spPr/>
    </dgm:pt>
    <dgm:pt modelId="{54385A52-C691-48CD-ADD1-CC47439BF10E}" type="pres">
      <dgm:prSet presAssocID="{673F13D8-3855-4162-AA01-B874629B014C}" presName="desTx" presStyleLbl="revTx" presStyleIdx="4" presStyleCnt="33">
        <dgm:presLayoutVars>
          <dgm:bulletEnabled val="1"/>
        </dgm:presLayoutVars>
      </dgm:prSet>
      <dgm:spPr/>
    </dgm:pt>
    <dgm:pt modelId="{D5DD7E6B-174C-423D-91C3-F7F150891510}" type="pres">
      <dgm:prSet presAssocID="{673F13D8-3855-4162-AA01-B874629B014C}" presName="desBackupRightNorm" presStyleCnt="0"/>
      <dgm:spPr/>
    </dgm:pt>
    <dgm:pt modelId="{73AE17F5-E49C-46CF-A83F-EF0100B923C0}" type="pres">
      <dgm:prSet presAssocID="{F05D86CA-C50A-4EE2-8DBD-5C19C8E6C20D}" presName="desSpace" presStyleCnt="0"/>
      <dgm:spPr/>
    </dgm:pt>
    <dgm:pt modelId="{B2CAD1AC-154A-4945-91A7-C3470224D901}" type="pres">
      <dgm:prSet presAssocID="{4345880A-2E43-45ED-9DE5-E80807B0BDD7}" presName="desBackupLeftNorm" presStyleCnt="0"/>
      <dgm:spPr/>
    </dgm:pt>
    <dgm:pt modelId="{6988831D-BAA2-4A83-A1EE-E9CD40CA9199}" type="pres">
      <dgm:prSet presAssocID="{4345880A-2E43-45ED-9DE5-E80807B0BDD7}" presName="desComposite" presStyleCnt="0"/>
      <dgm:spPr/>
    </dgm:pt>
    <dgm:pt modelId="{2712A0ED-C3A0-4485-80A0-B23B5B0F9128}" type="pres">
      <dgm:prSet presAssocID="{4345880A-2E43-45ED-9DE5-E80807B0BDD7}" presName="desCircle" presStyleLbl="node1" presStyleIdx="2" presStyleCnt="15"/>
      <dgm:spPr/>
    </dgm:pt>
    <dgm:pt modelId="{8AC12C70-CB3A-490B-AB11-6AC48F956E90}" type="pres">
      <dgm:prSet presAssocID="{4345880A-2E43-45ED-9DE5-E80807B0BDD7}" presName="chTx" presStyleLbl="revTx" presStyleIdx="5" presStyleCnt="33"/>
      <dgm:spPr/>
    </dgm:pt>
    <dgm:pt modelId="{BF3A42C1-93B1-4426-A9AD-213C05248719}" type="pres">
      <dgm:prSet presAssocID="{4345880A-2E43-45ED-9DE5-E80807B0BDD7}" presName="desTx" presStyleLbl="revTx" presStyleIdx="6" presStyleCnt="33">
        <dgm:presLayoutVars>
          <dgm:bulletEnabled val="1"/>
        </dgm:presLayoutVars>
      </dgm:prSet>
      <dgm:spPr/>
    </dgm:pt>
    <dgm:pt modelId="{56C28978-52AB-4D5B-B33D-091FFD3C379F}" type="pres">
      <dgm:prSet presAssocID="{4345880A-2E43-45ED-9DE5-E80807B0BDD7}" presName="desBackupRightNorm" presStyleCnt="0"/>
      <dgm:spPr/>
    </dgm:pt>
    <dgm:pt modelId="{B70EA817-242F-408C-A428-5430B5928DAD}" type="pres">
      <dgm:prSet presAssocID="{AC33D56D-2A83-4475-B579-90A1826C01E8}" presName="desSpace" presStyleCnt="0"/>
      <dgm:spPr/>
    </dgm:pt>
    <dgm:pt modelId="{B35E8A77-10A2-4596-9397-237C6A4A1537}" type="pres">
      <dgm:prSet presAssocID="{8AA40EC0-A5C3-4F44-847B-88CC96CAE1D2}" presName="desBackupLeftNorm" presStyleCnt="0"/>
      <dgm:spPr/>
    </dgm:pt>
    <dgm:pt modelId="{C010A08A-7CB4-4F25-B9C4-894785CCD8A5}" type="pres">
      <dgm:prSet presAssocID="{8AA40EC0-A5C3-4F44-847B-88CC96CAE1D2}" presName="desComposite" presStyleCnt="0"/>
      <dgm:spPr/>
    </dgm:pt>
    <dgm:pt modelId="{B32C3150-41EE-4F81-89B9-BB3515EF192D}" type="pres">
      <dgm:prSet presAssocID="{8AA40EC0-A5C3-4F44-847B-88CC96CAE1D2}" presName="desCircle" presStyleLbl="node1" presStyleIdx="3" presStyleCnt="15" custLinFactNeighborX="-1967" custLinFactNeighborY="23607"/>
      <dgm:spPr/>
    </dgm:pt>
    <dgm:pt modelId="{355CAC57-5CF7-4644-AFAC-4B093D83D6A7}" type="pres">
      <dgm:prSet presAssocID="{8AA40EC0-A5C3-4F44-847B-88CC96CAE1D2}" presName="chTx" presStyleLbl="revTx" presStyleIdx="7" presStyleCnt="33" custScaleX="118564" custScaleY="117351" custLinFactY="-22322" custLinFactNeighborX="59652" custLinFactNeighborY="-100000"/>
      <dgm:spPr/>
    </dgm:pt>
    <dgm:pt modelId="{A6F34F1A-55A6-4DE8-B893-5437AA5E8EDB}" type="pres">
      <dgm:prSet presAssocID="{8AA40EC0-A5C3-4F44-847B-88CC96CAE1D2}" presName="desTx" presStyleLbl="revTx" presStyleIdx="8" presStyleCnt="33">
        <dgm:presLayoutVars>
          <dgm:bulletEnabled val="1"/>
        </dgm:presLayoutVars>
      </dgm:prSet>
      <dgm:spPr/>
    </dgm:pt>
    <dgm:pt modelId="{435A8B5A-1F28-458F-818F-1224AA05E1C7}" type="pres">
      <dgm:prSet presAssocID="{8AA40EC0-A5C3-4F44-847B-88CC96CAE1D2}" presName="desBackupRightNorm" presStyleCnt="0"/>
      <dgm:spPr/>
    </dgm:pt>
    <dgm:pt modelId="{42847023-8C11-4DF2-A388-5E92AF0D2A9F}" type="pres">
      <dgm:prSet presAssocID="{F73F2303-966D-464F-B455-20432385262E}" presName="desSpace" presStyleCnt="0"/>
      <dgm:spPr/>
    </dgm:pt>
    <dgm:pt modelId="{1EF1D35B-0E89-48DC-A3BB-2A343463BBBD}" type="pres">
      <dgm:prSet presAssocID="{6F42A684-3731-441A-9152-FACACD73F1C1}" presName="desBackupLeftNorm" presStyleCnt="0"/>
      <dgm:spPr/>
    </dgm:pt>
    <dgm:pt modelId="{F7189304-C111-4661-9A6F-4EA08F66ED56}" type="pres">
      <dgm:prSet presAssocID="{6F42A684-3731-441A-9152-FACACD73F1C1}" presName="desComposite" presStyleCnt="0"/>
      <dgm:spPr/>
    </dgm:pt>
    <dgm:pt modelId="{7AFF4C9A-C46E-4505-B310-5F04020150A6}" type="pres">
      <dgm:prSet presAssocID="{6F42A684-3731-441A-9152-FACACD73F1C1}" presName="desCircle" presStyleLbl="node1" presStyleIdx="4" presStyleCnt="15"/>
      <dgm:spPr/>
    </dgm:pt>
    <dgm:pt modelId="{2170C857-8AAE-4C4B-B050-7B04783D0EA6}" type="pres">
      <dgm:prSet presAssocID="{6F42A684-3731-441A-9152-FACACD73F1C1}" presName="chTx" presStyleLbl="revTx" presStyleIdx="9" presStyleCnt="33"/>
      <dgm:spPr/>
    </dgm:pt>
    <dgm:pt modelId="{C2046C3C-3C18-4370-AAA2-5D34851942A5}" type="pres">
      <dgm:prSet presAssocID="{6F42A684-3731-441A-9152-FACACD73F1C1}" presName="desTx" presStyleLbl="revTx" presStyleIdx="10" presStyleCnt="33">
        <dgm:presLayoutVars>
          <dgm:bulletEnabled val="1"/>
        </dgm:presLayoutVars>
      </dgm:prSet>
      <dgm:spPr/>
    </dgm:pt>
    <dgm:pt modelId="{42E48961-9EDE-481D-A06C-DD491DB5A2FE}" type="pres">
      <dgm:prSet presAssocID="{6F42A684-3731-441A-9152-FACACD73F1C1}" presName="desBackupRightNorm" presStyleCnt="0"/>
      <dgm:spPr/>
    </dgm:pt>
    <dgm:pt modelId="{B37A3D48-5C7C-451C-A077-9AC9C6D08BF7}" type="pres">
      <dgm:prSet presAssocID="{06762AB8-B6AE-4563-92A1-73D69ADDF5D9}" presName="desSpace" presStyleCnt="0"/>
      <dgm:spPr/>
    </dgm:pt>
    <dgm:pt modelId="{6741569F-CB0E-4410-AAD6-01B25406BA99}" type="pres">
      <dgm:prSet presAssocID="{94A210BA-A517-4DD1-99FD-547DD00518D3}" presName="desBackupLeftNorm" presStyleCnt="0"/>
      <dgm:spPr/>
    </dgm:pt>
    <dgm:pt modelId="{686948A5-AE9C-4A6E-9DB4-3AC985DBB872}" type="pres">
      <dgm:prSet presAssocID="{94A210BA-A517-4DD1-99FD-547DD00518D3}" presName="desComposite" presStyleCnt="0"/>
      <dgm:spPr/>
    </dgm:pt>
    <dgm:pt modelId="{D8487D9C-5206-4F25-AB86-DB160A2F0056}" type="pres">
      <dgm:prSet presAssocID="{94A210BA-A517-4DD1-99FD-547DD00518D3}" presName="desCircle" presStyleLbl="node1" presStyleIdx="5" presStyleCnt="15"/>
      <dgm:spPr/>
    </dgm:pt>
    <dgm:pt modelId="{9FD02C08-8EE1-44B8-9DA5-9837346F78DD}" type="pres">
      <dgm:prSet presAssocID="{94A210BA-A517-4DD1-99FD-547DD00518D3}" presName="chTx" presStyleLbl="revTx" presStyleIdx="11" presStyleCnt="33" custLinFactY="-28311" custLinFactNeighborX="69593" custLinFactNeighborY="-100000"/>
      <dgm:spPr/>
    </dgm:pt>
    <dgm:pt modelId="{463DDF63-7F1B-4582-B1B0-52B52D885068}" type="pres">
      <dgm:prSet presAssocID="{94A210BA-A517-4DD1-99FD-547DD00518D3}" presName="desTx" presStyleLbl="revTx" presStyleIdx="12" presStyleCnt="33">
        <dgm:presLayoutVars>
          <dgm:bulletEnabled val="1"/>
        </dgm:presLayoutVars>
      </dgm:prSet>
      <dgm:spPr/>
    </dgm:pt>
    <dgm:pt modelId="{EB6C2075-C49A-45D3-9F3F-0462E58BF4C0}" type="pres">
      <dgm:prSet presAssocID="{94A210BA-A517-4DD1-99FD-547DD00518D3}" presName="desBackupRightNorm" presStyleCnt="0"/>
      <dgm:spPr/>
    </dgm:pt>
    <dgm:pt modelId="{08D13E9E-BA68-406E-B637-A4922DE921BC}" type="pres">
      <dgm:prSet presAssocID="{7E841165-659D-4EA1-963F-A382F59641C2}" presName="desSpace" presStyleCnt="0"/>
      <dgm:spPr/>
    </dgm:pt>
    <dgm:pt modelId="{1B619085-4D64-4D20-A3F9-DC6F926DB45D}" type="pres">
      <dgm:prSet presAssocID="{4EC28963-7D32-4B2C-B744-DD1DDC8FDB1F}" presName="desBackupLeftNorm" presStyleCnt="0"/>
      <dgm:spPr/>
    </dgm:pt>
    <dgm:pt modelId="{4F7CC68D-0711-42CE-8AB1-E5F0BE96B6B6}" type="pres">
      <dgm:prSet presAssocID="{4EC28963-7D32-4B2C-B744-DD1DDC8FDB1F}" presName="desComposite" presStyleCnt="0"/>
      <dgm:spPr/>
    </dgm:pt>
    <dgm:pt modelId="{CD01A33E-B046-429F-BCD6-997A1481A304}" type="pres">
      <dgm:prSet presAssocID="{4EC28963-7D32-4B2C-B744-DD1DDC8FDB1F}" presName="desCircle" presStyleLbl="node1" presStyleIdx="6" presStyleCnt="15"/>
      <dgm:spPr/>
    </dgm:pt>
    <dgm:pt modelId="{2FA78B13-6447-4EFA-AF03-FBB2B95E98B5}" type="pres">
      <dgm:prSet presAssocID="{4EC28963-7D32-4B2C-B744-DD1DDC8FDB1F}" presName="chTx" presStyleLbl="revTx" presStyleIdx="13" presStyleCnt="33"/>
      <dgm:spPr/>
    </dgm:pt>
    <dgm:pt modelId="{D09B99D0-C5E0-48CB-B651-DFD855C6F69C}" type="pres">
      <dgm:prSet presAssocID="{4EC28963-7D32-4B2C-B744-DD1DDC8FDB1F}" presName="desTx" presStyleLbl="revTx" presStyleIdx="14" presStyleCnt="33">
        <dgm:presLayoutVars>
          <dgm:bulletEnabled val="1"/>
        </dgm:presLayoutVars>
      </dgm:prSet>
      <dgm:spPr/>
    </dgm:pt>
    <dgm:pt modelId="{88251FD2-1CB2-4CA6-B552-9A8B39EFC5A5}" type="pres">
      <dgm:prSet presAssocID="{4EC28963-7D32-4B2C-B744-DD1DDC8FDB1F}" presName="desBackupRightNorm" presStyleCnt="0"/>
      <dgm:spPr/>
    </dgm:pt>
    <dgm:pt modelId="{0CBAB649-C30F-40A8-B409-9DAAAE07F01D}" type="pres">
      <dgm:prSet presAssocID="{AC04EF6F-6EF1-433C-805E-294D2914D90C}" presName="desSpace" presStyleCnt="0"/>
      <dgm:spPr/>
    </dgm:pt>
    <dgm:pt modelId="{3B6DC79B-15F0-4807-BED9-E8DBC8847916}" type="pres">
      <dgm:prSet presAssocID="{89F57F9A-7CBC-4C99-8E6F-AAD422AD9ECC}" presName="desBackupLeftNorm" presStyleCnt="0"/>
      <dgm:spPr/>
    </dgm:pt>
    <dgm:pt modelId="{3B101736-E463-4F37-94C3-BEEB0DE4DE79}" type="pres">
      <dgm:prSet presAssocID="{89F57F9A-7CBC-4C99-8E6F-AAD422AD9ECC}" presName="desComposite" presStyleCnt="0"/>
      <dgm:spPr/>
    </dgm:pt>
    <dgm:pt modelId="{26E7A5FB-7376-4786-AEC2-EDE5480FCD25}" type="pres">
      <dgm:prSet presAssocID="{89F57F9A-7CBC-4C99-8E6F-AAD422AD9ECC}" presName="desCircle" presStyleLbl="node1" presStyleIdx="7" presStyleCnt="15"/>
      <dgm:spPr/>
    </dgm:pt>
    <dgm:pt modelId="{09B1BF00-84CA-4BAA-A8F3-86F0F883F6AA}" type="pres">
      <dgm:prSet presAssocID="{89F57F9A-7CBC-4C99-8E6F-AAD422AD9ECC}" presName="chTx" presStyleLbl="revTx" presStyleIdx="15" presStyleCnt="33" custLinFactY="-27665" custLinFactNeighborX="75573" custLinFactNeighborY="-100000"/>
      <dgm:spPr/>
    </dgm:pt>
    <dgm:pt modelId="{34751F20-B08C-4538-B503-B7B88F78B0B2}" type="pres">
      <dgm:prSet presAssocID="{89F57F9A-7CBC-4C99-8E6F-AAD422AD9ECC}" presName="desTx" presStyleLbl="revTx" presStyleIdx="16" presStyleCnt="33">
        <dgm:presLayoutVars>
          <dgm:bulletEnabled val="1"/>
        </dgm:presLayoutVars>
      </dgm:prSet>
      <dgm:spPr/>
    </dgm:pt>
    <dgm:pt modelId="{ED14F1CB-CDD8-4564-8620-811CDA56776D}" type="pres">
      <dgm:prSet presAssocID="{89F57F9A-7CBC-4C99-8E6F-AAD422AD9ECC}" presName="desBackupRightNorm" presStyleCnt="0"/>
      <dgm:spPr/>
    </dgm:pt>
    <dgm:pt modelId="{9292726C-8E18-4D84-B1B2-D9289ABABAF6}" type="pres">
      <dgm:prSet presAssocID="{CDD0B7F9-CF92-4B2B-A3EB-439F015D9D45}" presName="desSpace" presStyleCnt="0"/>
      <dgm:spPr/>
    </dgm:pt>
    <dgm:pt modelId="{454FBC84-71EC-4AD3-9769-2CAC39C16225}" type="pres">
      <dgm:prSet presAssocID="{9687F58E-38D6-4B4E-A0BA-F4747216B6B5}" presName="desBackupLeftNorm" presStyleCnt="0"/>
      <dgm:spPr/>
    </dgm:pt>
    <dgm:pt modelId="{35BF694D-6959-4A4C-B86A-92F28E861615}" type="pres">
      <dgm:prSet presAssocID="{9687F58E-38D6-4B4E-A0BA-F4747216B6B5}" presName="desComposite" presStyleCnt="0"/>
      <dgm:spPr/>
    </dgm:pt>
    <dgm:pt modelId="{107844AF-9AD9-4D16-AA63-E88E85739FAF}" type="pres">
      <dgm:prSet presAssocID="{9687F58E-38D6-4B4E-A0BA-F4747216B6B5}" presName="desCircle" presStyleLbl="node1" presStyleIdx="8" presStyleCnt="15"/>
      <dgm:spPr/>
    </dgm:pt>
    <dgm:pt modelId="{33A9DD88-9D57-4D93-BEAE-004CE0A393A9}" type="pres">
      <dgm:prSet presAssocID="{9687F58E-38D6-4B4E-A0BA-F4747216B6B5}" presName="chTx" presStyleLbl="revTx" presStyleIdx="17" presStyleCnt="33"/>
      <dgm:spPr/>
    </dgm:pt>
    <dgm:pt modelId="{C41FC00F-F77B-4546-A8B2-57D9DAB647E1}" type="pres">
      <dgm:prSet presAssocID="{9687F58E-38D6-4B4E-A0BA-F4747216B6B5}" presName="desTx" presStyleLbl="revTx" presStyleIdx="18" presStyleCnt="33">
        <dgm:presLayoutVars>
          <dgm:bulletEnabled val="1"/>
        </dgm:presLayoutVars>
      </dgm:prSet>
      <dgm:spPr/>
    </dgm:pt>
    <dgm:pt modelId="{7B7AEFE4-D88C-4D5D-A4A0-E06981215626}" type="pres">
      <dgm:prSet presAssocID="{9687F58E-38D6-4B4E-A0BA-F4747216B6B5}" presName="desBackupRightNorm" presStyleCnt="0"/>
      <dgm:spPr/>
    </dgm:pt>
    <dgm:pt modelId="{23B24F93-CCBB-4D53-BBE6-9C25530DE328}" type="pres">
      <dgm:prSet presAssocID="{9F2E1630-FA71-4534-97F8-A4D81C459245}" presName="desSpace" presStyleCnt="0"/>
      <dgm:spPr/>
    </dgm:pt>
    <dgm:pt modelId="{9EA23ACF-BF4D-45B8-B1C1-5DDE2367F1EF}" type="pres">
      <dgm:prSet presAssocID="{9547C7D5-815D-4C20-9C18-9FA1F180E78E}" presName="desBackupLeftNorm" presStyleCnt="0"/>
      <dgm:spPr/>
    </dgm:pt>
    <dgm:pt modelId="{4B3A0AA0-8A66-4C08-AC02-EAF4B2B7CFB6}" type="pres">
      <dgm:prSet presAssocID="{9547C7D5-815D-4C20-9C18-9FA1F180E78E}" presName="desComposite" presStyleCnt="0"/>
      <dgm:spPr/>
    </dgm:pt>
    <dgm:pt modelId="{C3880539-D5BD-4849-A784-5B39BE44C2CF}" type="pres">
      <dgm:prSet presAssocID="{9547C7D5-815D-4C20-9C18-9FA1F180E78E}" presName="desCircle" presStyleLbl="node1" presStyleIdx="9" presStyleCnt="15"/>
      <dgm:spPr/>
    </dgm:pt>
    <dgm:pt modelId="{4B0F20F0-AD04-4CC9-AE46-E63170BA8963}" type="pres">
      <dgm:prSet presAssocID="{9547C7D5-815D-4C20-9C18-9FA1F180E78E}" presName="chTx" presStyleLbl="revTx" presStyleIdx="19" presStyleCnt="33" custLinFactY="-25837" custLinFactNeighborX="69670" custLinFactNeighborY="-100000"/>
      <dgm:spPr/>
    </dgm:pt>
    <dgm:pt modelId="{BBE2A434-BE42-4678-9BF5-D7EBFDE09821}" type="pres">
      <dgm:prSet presAssocID="{9547C7D5-815D-4C20-9C18-9FA1F180E78E}" presName="desTx" presStyleLbl="revTx" presStyleIdx="20" presStyleCnt="33">
        <dgm:presLayoutVars>
          <dgm:bulletEnabled val="1"/>
        </dgm:presLayoutVars>
      </dgm:prSet>
      <dgm:spPr/>
    </dgm:pt>
    <dgm:pt modelId="{5D4068C0-BFB7-482B-A97B-4DA36B661AEC}" type="pres">
      <dgm:prSet presAssocID="{9547C7D5-815D-4C20-9C18-9FA1F180E78E}" presName="desBackupRightNorm" presStyleCnt="0"/>
      <dgm:spPr/>
    </dgm:pt>
    <dgm:pt modelId="{C977FB92-3CCC-466D-95B2-FE0EA2F54ABC}" type="pres">
      <dgm:prSet presAssocID="{48DA8C86-9C36-46A4-9118-B0B4D58AED34}" presName="desSpace" presStyleCnt="0"/>
      <dgm:spPr/>
    </dgm:pt>
    <dgm:pt modelId="{81723256-142B-476F-94B2-BE212D7CFEA0}" type="pres">
      <dgm:prSet presAssocID="{FBC3B858-3BCB-4424-927D-B67AC6F39AAC}" presName="parComposite" presStyleCnt="0"/>
      <dgm:spPr/>
    </dgm:pt>
    <dgm:pt modelId="{290676CD-9C38-492C-994E-D67EF3710B64}" type="pres">
      <dgm:prSet presAssocID="{FBC3B858-3BCB-4424-927D-B67AC6F39AAC}" presName="parBigCircle" presStyleLbl="node0" presStyleIdx="1" presStyleCnt="3"/>
      <dgm:spPr>
        <a:solidFill>
          <a:srgbClr val="00B050"/>
        </a:solidFill>
      </dgm:spPr>
    </dgm:pt>
    <dgm:pt modelId="{8DDF691E-FA34-4591-942E-3EE0F76C6648}" type="pres">
      <dgm:prSet presAssocID="{FBC3B858-3BCB-4424-927D-B67AC6F39AAC}" presName="parTx" presStyleLbl="revTx" presStyleIdx="21" presStyleCnt="33" custLinFactY="51094" custLinFactNeighborX="-87869" custLinFactNeighborY="100000"/>
      <dgm:spPr/>
    </dgm:pt>
    <dgm:pt modelId="{A51D8BAD-2149-458F-8430-50E1CCCA5840}" type="pres">
      <dgm:prSet presAssocID="{FBC3B858-3BCB-4424-927D-B67AC6F39AAC}" presName="bSpace" presStyleCnt="0"/>
      <dgm:spPr/>
    </dgm:pt>
    <dgm:pt modelId="{038CA20C-A8FF-4BB7-865A-613AC1B8B546}" type="pres">
      <dgm:prSet presAssocID="{FBC3B858-3BCB-4424-927D-B67AC6F39AAC}" presName="parBackupNorm" presStyleCnt="0"/>
      <dgm:spPr/>
    </dgm:pt>
    <dgm:pt modelId="{1F401EDD-0534-4F0E-9A35-167DF4DF16A0}" type="pres">
      <dgm:prSet presAssocID="{E239DC2E-1DAA-4F2D-AE6E-B37E8D3D64CA}" presName="parSpace" presStyleCnt="0"/>
      <dgm:spPr/>
    </dgm:pt>
    <dgm:pt modelId="{DE55994F-5012-4AD7-ACC8-FD962214F0B9}" type="pres">
      <dgm:prSet presAssocID="{787FCB1A-8212-48DF-B113-491890AC3119}" presName="desBackupLeftNorm" presStyleCnt="0"/>
      <dgm:spPr/>
    </dgm:pt>
    <dgm:pt modelId="{9A54379B-22B9-45EB-B917-5DFE77194325}" type="pres">
      <dgm:prSet presAssocID="{787FCB1A-8212-48DF-B113-491890AC3119}" presName="desComposite" presStyleCnt="0"/>
      <dgm:spPr/>
    </dgm:pt>
    <dgm:pt modelId="{CCA52891-B990-45CE-8D82-4A56D5409D2E}" type="pres">
      <dgm:prSet presAssocID="{787FCB1A-8212-48DF-B113-491890AC3119}" presName="desCircle" presStyleLbl="node1" presStyleIdx="10" presStyleCnt="15"/>
      <dgm:spPr/>
    </dgm:pt>
    <dgm:pt modelId="{BB6DD133-EC71-41E8-B12B-70869E907963}" type="pres">
      <dgm:prSet presAssocID="{787FCB1A-8212-48DF-B113-491890AC3119}" presName="chTx" presStyleLbl="revTx" presStyleIdx="22" presStyleCnt="33" custLinFactY="-24911" custLinFactNeighborX="75724" custLinFactNeighborY="-100000"/>
      <dgm:spPr/>
    </dgm:pt>
    <dgm:pt modelId="{1F6B2C9B-4EF6-4022-A23E-E2D769D53FCF}" type="pres">
      <dgm:prSet presAssocID="{787FCB1A-8212-48DF-B113-491890AC3119}" presName="desTx" presStyleLbl="revTx" presStyleIdx="23" presStyleCnt="33">
        <dgm:presLayoutVars>
          <dgm:bulletEnabled val="1"/>
        </dgm:presLayoutVars>
      </dgm:prSet>
      <dgm:spPr/>
    </dgm:pt>
    <dgm:pt modelId="{2319A494-B961-435B-B213-6A87CC2BB29F}" type="pres">
      <dgm:prSet presAssocID="{787FCB1A-8212-48DF-B113-491890AC3119}" presName="desBackupRightNorm" presStyleCnt="0"/>
      <dgm:spPr/>
    </dgm:pt>
    <dgm:pt modelId="{90818D10-71DE-4912-B7C2-46A7CD4D1245}" type="pres">
      <dgm:prSet presAssocID="{5F57B111-D1A9-417A-967B-2681A551D528}" presName="desSpace" presStyleCnt="0"/>
      <dgm:spPr/>
    </dgm:pt>
    <dgm:pt modelId="{A913B095-77BD-4E49-A319-7C0A29242C5F}" type="pres">
      <dgm:prSet presAssocID="{17126490-8AFA-4369-B13B-70785943EFBD}" presName="desBackupLeftNorm" presStyleCnt="0"/>
      <dgm:spPr/>
    </dgm:pt>
    <dgm:pt modelId="{14E8328A-4B5D-4ADE-B220-61FD76D158A3}" type="pres">
      <dgm:prSet presAssocID="{17126490-8AFA-4369-B13B-70785943EFBD}" presName="desComposite" presStyleCnt="0"/>
      <dgm:spPr/>
    </dgm:pt>
    <dgm:pt modelId="{8A5A4446-B586-4D83-8C55-03E7FFA83138}" type="pres">
      <dgm:prSet presAssocID="{17126490-8AFA-4369-B13B-70785943EFBD}" presName="desCircle" presStyleLbl="node1" presStyleIdx="11" presStyleCnt="15"/>
      <dgm:spPr/>
    </dgm:pt>
    <dgm:pt modelId="{2E133F74-0847-48D3-AFAC-A79077A9954C}" type="pres">
      <dgm:prSet presAssocID="{17126490-8AFA-4369-B13B-70785943EFBD}" presName="chTx" presStyleLbl="revTx" presStyleIdx="24" presStyleCnt="33"/>
      <dgm:spPr/>
    </dgm:pt>
    <dgm:pt modelId="{A27BB274-B173-4FAC-87AE-E9B6271DE4FF}" type="pres">
      <dgm:prSet presAssocID="{17126490-8AFA-4369-B13B-70785943EFBD}" presName="desTx" presStyleLbl="revTx" presStyleIdx="25" presStyleCnt="33">
        <dgm:presLayoutVars>
          <dgm:bulletEnabled val="1"/>
        </dgm:presLayoutVars>
      </dgm:prSet>
      <dgm:spPr/>
    </dgm:pt>
    <dgm:pt modelId="{1F790D40-0970-4FF5-ADF7-8681124300AB}" type="pres">
      <dgm:prSet presAssocID="{17126490-8AFA-4369-B13B-70785943EFBD}" presName="desBackupRightNorm" presStyleCnt="0"/>
      <dgm:spPr/>
    </dgm:pt>
    <dgm:pt modelId="{D9A50A4C-C0C5-46D4-9017-032AB73AC073}" type="pres">
      <dgm:prSet presAssocID="{8767CF45-44E7-48C8-98B1-C1FBCBF5B29F}" presName="desSpace" presStyleCnt="0"/>
      <dgm:spPr/>
    </dgm:pt>
    <dgm:pt modelId="{6768D4D1-A52C-4001-8185-1750C5600136}" type="pres">
      <dgm:prSet presAssocID="{8D649BC5-02A3-4AEA-9DDF-DBDD88F1B2CA}" presName="desBackupLeftNorm" presStyleCnt="0"/>
      <dgm:spPr/>
    </dgm:pt>
    <dgm:pt modelId="{C2D0A8AD-2BD6-4084-B66D-45218B9D3379}" type="pres">
      <dgm:prSet presAssocID="{8D649BC5-02A3-4AEA-9DDF-DBDD88F1B2CA}" presName="desComposite" presStyleCnt="0"/>
      <dgm:spPr/>
    </dgm:pt>
    <dgm:pt modelId="{1240B50C-B029-49A7-8C31-A3A7BF3AF9FE}" type="pres">
      <dgm:prSet presAssocID="{8D649BC5-02A3-4AEA-9DDF-DBDD88F1B2CA}" presName="desCircle" presStyleLbl="node1" presStyleIdx="12" presStyleCnt="15"/>
      <dgm:spPr/>
    </dgm:pt>
    <dgm:pt modelId="{B8B285B3-8DEE-4F4F-A222-E862AC5C7640}" type="pres">
      <dgm:prSet presAssocID="{8D649BC5-02A3-4AEA-9DDF-DBDD88F1B2CA}" presName="chTx" presStyleLbl="revTx" presStyleIdx="26" presStyleCnt="33" custLinFactY="-24911" custLinFactNeighborX="71135" custLinFactNeighborY="-100000"/>
      <dgm:spPr/>
    </dgm:pt>
    <dgm:pt modelId="{BFB2E442-5E4A-416A-AEEC-CC5C446D3632}" type="pres">
      <dgm:prSet presAssocID="{8D649BC5-02A3-4AEA-9DDF-DBDD88F1B2CA}" presName="desTx" presStyleLbl="revTx" presStyleIdx="27" presStyleCnt="33">
        <dgm:presLayoutVars>
          <dgm:bulletEnabled val="1"/>
        </dgm:presLayoutVars>
      </dgm:prSet>
      <dgm:spPr/>
    </dgm:pt>
    <dgm:pt modelId="{C2C3F1ED-EA24-495B-9132-0F582C0B0536}" type="pres">
      <dgm:prSet presAssocID="{8D649BC5-02A3-4AEA-9DDF-DBDD88F1B2CA}" presName="desBackupRightNorm" presStyleCnt="0"/>
      <dgm:spPr/>
    </dgm:pt>
    <dgm:pt modelId="{44737B94-C251-4E09-88B6-4F6C4747441B}" type="pres">
      <dgm:prSet presAssocID="{03494E3D-EFA7-499D-8D35-F65CE7136325}" presName="desSpace" presStyleCnt="0"/>
      <dgm:spPr/>
    </dgm:pt>
    <dgm:pt modelId="{451BBB6C-CD39-4072-AEA5-8AFE28481214}" type="pres">
      <dgm:prSet presAssocID="{C3B37E4E-8757-47FF-9DC4-B108A9488306}" presName="desBackupLeftNorm" presStyleCnt="0"/>
      <dgm:spPr/>
    </dgm:pt>
    <dgm:pt modelId="{1015824A-D326-453A-8AA5-0C137623F99B}" type="pres">
      <dgm:prSet presAssocID="{C3B37E4E-8757-47FF-9DC4-B108A9488306}" presName="desComposite" presStyleCnt="0"/>
      <dgm:spPr/>
    </dgm:pt>
    <dgm:pt modelId="{9CA971C2-70AB-4C1A-902F-C390A6B3838E}" type="pres">
      <dgm:prSet presAssocID="{C3B37E4E-8757-47FF-9DC4-B108A9488306}" presName="desCircle" presStyleLbl="node1" presStyleIdx="13" presStyleCnt="15"/>
      <dgm:spPr/>
    </dgm:pt>
    <dgm:pt modelId="{2F216F5F-79C9-4457-BA32-486A6B9EA75D}" type="pres">
      <dgm:prSet presAssocID="{C3B37E4E-8757-47FF-9DC4-B108A9488306}" presName="chTx" presStyleLbl="revTx" presStyleIdx="28" presStyleCnt="33"/>
      <dgm:spPr/>
    </dgm:pt>
    <dgm:pt modelId="{F230CF0F-7D3A-4085-9F01-4280CC7D41DD}" type="pres">
      <dgm:prSet presAssocID="{C3B37E4E-8757-47FF-9DC4-B108A9488306}" presName="desTx" presStyleLbl="revTx" presStyleIdx="29" presStyleCnt="33">
        <dgm:presLayoutVars>
          <dgm:bulletEnabled val="1"/>
        </dgm:presLayoutVars>
      </dgm:prSet>
      <dgm:spPr/>
    </dgm:pt>
    <dgm:pt modelId="{CB85408A-C22D-4ABA-B9FB-77732FA663B0}" type="pres">
      <dgm:prSet presAssocID="{C3B37E4E-8757-47FF-9DC4-B108A9488306}" presName="desBackupRightNorm" presStyleCnt="0"/>
      <dgm:spPr/>
    </dgm:pt>
    <dgm:pt modelId="{924CD6C9-DF3B-47C9-8ECB-D9ED9E6A2320}" type="pres">
      <dgm:prSet presAssocID="{C15C5A3C-5DAF-4512-AE1F-D9A73ED8DAB1}" presName="desSpace" presStyleCnt="0"/>
      <dgm:spPr/>
    </dgm:pt>
    <dgm:pt modelId="{67CBC0FC-5E5D-43C5-B40E-1BCD431D0F50}" type="pres">
      <dgm:prSet presAssocID="{6DEE91FF-30D4-4A7C-B7DA-FF0EE1F1DA92}" presName="desBackupLeftNorm" presStyleCnt="0"/>
      <dgm:spPr/>
    </dgm:pt>
    <dgm:pt modelId="{66E68A7D-FE2B-45D8-BA6C-A653EEC854AB}" type="pres">
      <dgm:prSet presAssocID="{6DEE91FF-30D4-4A7C-B7DA-FF0EE1F1DA92}" presName="desComposite" presStyleCnt="0"/>
      <dgm:spPr/>
    </dgm:pt>
    <dgm:pt modelId="{EECB1507-9A15-438D-8C46-8C5DFC7542A3}" type="pres">
      <dgm:prSet presAssocID="{6DEE91FF-30D4-4A7C-B7DA-FF0EE1F1DA92}" presName="desCircle" presStyleLbl="node1" presStyleIdx="14" presStyleCnt="15"/>
      <dgm:spPr/>
    </dgm:pt>
    <dgm:pt modelId="{BC8141F7-AA21-4982-AFBF-4D364D2A4631}" type="pres">
      <dgm:prSet presAssocID="{6DEE91FF-30D4-4A7C-B7DA-FF0EE1F1DA92}" presName="chTx" presStyleLbl="revTx" presStyleIdx="30" presStyleCnt="33" custLinFactY="-31127" custLinFactNeighborX="76872" custLinFactNeighborY="-100000"/>
      <dgm:spPr/>
    </dgm:pt>
    <dgm:pt modelId="{ED769D7E-85D6-485B-B6D4-975DC48FCC26}" type="pres">
      <dgm:prSet presAssocID="{6DEE91FF-30D4-4A7C-B7DA-FF0EE1F1DA92}" presName="desTx" presStyleLbl="revTx" presStyleIdx="31" presStyleCnt="33">
        <dgm:presLayoutVars>
          <dgm:bulletEnabled val="1"/>
        </dgm:presLayoutVars>
      </dgm:prSet>
      <dgm:spPr/>
    </dgm:pt>
    <dgm:pt modelId="{DC2C64F4-EF0B-4760-9497-111533BB00FC}" type="pres">
      <dgm:prSet presAssocID="{6DEE91FF-30D4-4A7C-B7DA-FF0EE1F1DA92}" presName="desBackupRightNorm" presStyleCnt="0"/>
      <dgm:spPr/>
    </dgm:pt>
    <dgm:pt modelId="{FDD3C204-ADC7-4E9B-AAD2-0E374CC15925}" type="pres">
      <dgm:prSet presAssocID="{DB56B4B4-7B88-4093-AE65-3C8515E4CA79}" presName="desSpace" presStyleCnt="0"/>
      <dgm:spPr/>
    </dgm:pt>
    <dgm:pt modelId="{C8050BB6-609F-4457-9EC0-97D6791AC0AE}" type="pres">
      <dgm:prSet presAssocID="{861D7E98-DF96-4885-B2B5-A98684021869}" presName="parComposite" presStyleCnt="0"/>
      <dgm:spPr/>
    </dgm:pt>
    <dgm:pt modelId="{5FC8A1DE-2B0C-4A25-86D3-037E9C8F4139}" type="pres">
      <dgm:prSet presAssocID="{861D7E98-DF96-4885-B2B5-A98684021869}" presName="parBigCircle" presStyleLbl="node0" presStyleIdx="2" presStyleCnt="3"/>
      <dgm:spPr>
        <a:solidFill>
          <a:schemeClr val="accent5">
            <a:lumMod val="75000"/>
          </a:schemeClr>
        </a:solidFill>
      </dgm:spPr>
    </dgm:pt>
    <dgm:pt modelId="{45831FC8-BD66-4D6D-A3C2-95EE787AEB6D}" type="pres">
      <dgm:prSet presAssocID="{861D7E98-DF96-4885-B2B5-A98684021869}" presName="parTx" presStyleLbl="revTx" presStyleIdx="32" presStyleCnt="33"/>
      <dgm:spPr/>
    </dgm:pt>
    <dgm:pt modelId="{8724F86D-A491-40E7-B671-CCD3EDC8AF17}" type="pres">
      <dgm:prSet presAssocID="{861D7E98-DF96-4885-B2B5-A98684021869}" presName="bSpace" presStyleCnt="0"/>
      <dgm:spPr/>
    </dgm:pt>
    <dgm:pt modelId="{BB9D7492-9588-4375-96CA-F7A76E685D38}" type="pres">
      <dgm:prSet presAssocID="{861D7E98-DF96-4885-B2B5-A98684021869}" presName="parBackupNorm" presStyleCnt="0"/>
      <dgm:spPr/>
    </dgm:pt>
    <dgm:pt modelId="{EF58BC54-061F-44B5-8AE3-A299AB085A62}" type="pres">
      <dgm:prSet presAssocID="{14F9B6D9-51F7-46E3-B016-6E09EEB89330}" presName="parSpace" presStyleCnt="0"/>
      <dgm:spPr/>
    </dgm:pt>
  </dgm:ptLst>
  <dgm:cxnLst>
    <dgm:cxn modelId="{6F45E605-E9E9-474D-9A21-CF342425E657}" type="presOf" srcId="{512C64E8-295C-44D8-B59A-F5BD19E76C19}" destId="{800F6E1A-82F3-467F-9A78-49BA00FBF2D1}" srcOrd="0" destOrd="0" presId="urn:microsoft.com/office/officeart/2008/layout/CircleAccentTimeline"/>
    <dgm:cxn modelId="{0169CE0B-18D5-44A1-A834-C816261E4183}" type="presOf" srcId="{861D7E98-DF96-4885-B2B5-A98684021869}" destId="{45831FC8-BD66-4D6D-A3C2-95EE787AEB6D}" srcOrd="0" destOrd="0" presId="urn:microsoft.com/office/officeart/2008/layout/CircleAccentTimeline"/>
    <dgm:cxn modelId="{BA447D0E-EDB8-4944-98BC-243ECDECFC4A}" type="presOf" srcId="{8AA40EC0-A5C3-4F44-847B-88CC96CAE1D2}" destId="{355CAC57-5CF7-4644-AFAC-4B093D83D6A7}" srcOrd="0" destOrd="0" presId="urn:microsoft.com/office/officeart/2008/layout/CircleAccentTimeline"/>
    <dgm:cxn modelId="{B85A7611-3086-4118-A0E9-2EAC6CE47C86}" srcId="{FBC3B858-3BCB-4424-927D-B67AC6F39AAC}" destId="{8D649BC5-02A3-4AEA-9DDF-DBDD88F1B2CA}" srcOrd="2" destOrd="0" parTransId="{25A858C3-065E-4B69-9030-F8B229AF46B5}" sibTransId="{03494E3D-EFA7-499D-8D35-F65CE7136325}"/>
    <dgm:cxn modelId="{C6995016-7568-44D7-B47B-49DFFCB991B7}" type="presOf" srcId="{A9131A36-4EE9-4102-84CC-7AE3E670C545}" destId="{38B68DE1-AF4D-4047-92FF-988E8BDEA187}" srcOrd="0" destOrd="0" presId="urn:microsoft.com/office/officeart/2008/layout/CircleAccentTimeline"/>
    <dgm:cxn modelId="{ACCCF318-58BB-4C63-864E-79F4FCD10655}" type="presOf" srcId="{6DEE91FF-30D4-4A7C-B7DA-FF0EE1F1DA92}" destId="{BC8141F7-AA21-4982-AFBF-4D364D2A4631}" srcOrd="0" destOrd="0" presId="urn:microsoft.com/office/officeart/2008/layout/CircleAccentTimeline"/>
    <dgm:cxn modelId="{224D731A-03BE-4283-973B-371505062DE0}" type="presOf" srcId="{4EC28963-7D32-4B2C-B744-DD1DDC8FDB1F}" destId="{2FA78B13-6447-4EFA-AF03-FBB2B95E98B5}" srcOrd="0" destOrd="0" presId="urn:microsoft.com/office/officeart/2008/layout/CircleAccentTimeline"/>
    <dgm:cxn modelId="{0919031D-DCC0-4B06-B535-303B822A30D9}" srcId="{83BD8440-02A2-491C-B039-0EF9BBEBD65E}" destId="{94A210BA-A517-4DD1-99FD-547DD00518D3}" srcOrd="5" destOrd="0" parTransId="{B29F3E78-FEAB-4725-A405-C8E99EAEF77A}" sibTransId="{7E841165-659D-4EA1-963F-A382F59641C2}"/>
    <dgm:cxn modelId="{3D43A41D-43A4-429A-A85F-D259DCE3CF12}" type="presOf" srcId="{89F57F9A-7CBC-4C99-8E6F-AAD422AD9ECC}" destId="{09B1BF00-84CA-4BAA-A8F3-86F0F883F6AA}" srcOrd="0" destOrd="0" presId="urn:microsoft.com/office/officeart/2008/layout/CircleAccentTimeline"/>
    <dgm:cxn modelId="{85963F1F-3D8D-4D81-83A3-832B695CE3AC}" srcId="{FBC3B858-3BCB-4424-927D-B67AC6F39AAC}" destId="{17126490-8AFA-4369-B13B-70785943EFBD}" srcOrd="1" destOrd="0" parTransId="{2F2AEF58-E262-4A43-BF88-A85C64ABCDB6}" sibTransId="{8767CF45-44E7-48C8-98B1-C1FBCBF5B29F}"/>
    <dgm:cxn modelId="{97286828-9BC4-4E6A-9446-4CD9EBD8DD55}" type="presOf" srcId="{FBC3B858-3BCB-4424-927D-B67AC6F39AAC}" destId="{8DDF691E-FA34-4591-942E-3EE0F76C6648}" srcOrd="0" destOrd="0" presId="urn:microsoft.com/office/officeart/2008/layout/CircleAccentTimeline"/>
    <dgm:cxn modelId="{50F35B29-151F-401D-AB4A-9B673AF4B983}" srcId="{83BD8440-02A2-491C-B039-0EF9BBEBD65E}" destId="{6F42A684-3731-441A-9152-FACACD73F1C1}" srcOrd="4" destOrd="0" parTransId="{C579AC51-821D-43AE-B7A1-AE7E1D345523}" sibTransId="{06762AB8-B6AE-4563-92A1-73D69ADDF5D9}"/>
    <dgm:cxn modelId="{C5903F41-D693-4B6A-A1DC-3DD13B8259C8}" type="presOf" srcId="{9547C7D5-815D-4C20-9C18-9FA1F180E78E}" destId="{4B0F20F0-AD04-4CC9-AE46-E63170BA8963}" srcOrd="0" destOrd="0" presId="urn:microsoft.com/office/officeart/2008/layout/CircleAccentTimeline"/>
    <dgm:cxn modelId="{5A0B4941-BCB6-444A-9C0C-E6C2FBE2B61A}" type="presOf" srcId="{94A210BA-A517-4DD1-99FD-547DD00518D3}" destId="{9FD02C08-8EE1-44B8-9DA5-9837346F78DD}" srcOrd="0" destOrd="0" presId="urn:microsoft.com/office/officeart/2008/layout/CircleAccentTimeline"/>
    <dgm:cxn modelId="{63E9BA66-BFF3-4FD2-8D2B-7D85D958715D}" srcId="{512C64E8-295C-44D8-B59A-F5BD19E76C19}" destId="{83BD8440-02A2-491C-B039-0EF9BBEBD65E}" srcOrd="0" destOrd="0" parTransId="{24E69FBD-2773-4881-8D2F-ABC7F96757BC}" sibTransId="{03E632F3-1939-4B94-BDBA-97095FAC1B53}"/>
    <dgm:cxn modelId="{34FEFC68-2A67-43B6-B942-4F61F3915E1E}" srcId="{83BD8440-02A2-491C-B039-0EF9BBEBD65E}" destId="{673F13D8-3855-4162-AA01-B874629B014C}" srcOrd="1" destOrd="0" parTransId="{E5BB4A8E-D7B9-41BC-BCDF-49E9D7B96B94}" sibTransId="{F05D86CA-C50A-4EE2-8DBD-5C19C8E6C20D}"/>
    <dgm:cxn modelId="{FCA37B50-BF4F-4930-9CD0-AF5C84C3B675}" srcId="{FBC3B858-3BCB-4424-927D-B67AC6F39AAC}" destId="{C3B37E4E-8757-47FF-9DC4-B108A9488306}" srcOrd="3" destOrd="0" parTransId="{A03DE1A6-F18E-4180-BC75-9D1A7355B58A}" sibTransId="{C15C5A3C-5DAF-4512-AE1F-D9A73ED8DAB1}"/>
    <dgm:cxn modelId="{95B37D50-204C-4EC7-ADC4-766C2CB70AA0}" type="presOf" srcId="{9687F58E-38D6-4B4E-A0BA-F4747216B6B5}" destId="{33A9DD88-9D57-4D93-BEAE-004CE0A393A9}" srcOrd="0" destOrd="0" presId="urn:microsoft.com/office/officeart/2008/layout/CircleAccentTimeline"/>
    <dgm:cxn modelId="{9594F675-3A94-47EB-B7FF-B2F72EBB4E10}" srcId="{83BD8440-02A2-491C-B039-0EF9BBEBD65E}" destId="{9547C7D5-815D-4C20-9C18-9FA1F180E78E}" srcOrd="9" destOrd="0" parTransId="{42D8E0D4-8D52-4EA4-99AF-565ECADA13FB}" sibTransId="{48DA8C86-9C36-46A4-9118-B0B4D58AED34}"/>
    <dgm:cxn modelId="{A1AA6976-EED7-4F06-947C-BDF3FA44A7AC}" srcId="{83BD8440-02A2-491C-B039-0EF9BBEBD65E}" destId="{89F57F9A-7CBC-4C99-8E6F-AAD422AD9ECC}" srcOrd="7" destOrd="0" parTransId="{B536161D-8E4D-42F8-9CFC-D388A07BD9D6}" sibTransId="{CDD0B7F9-CF92-4B2B-A3EB-439F015D9D45}"/>
    <dgm:cxn modelId="{0F07F858-6464-419E-B235-0F20D94F1CDB}" srcId="{512C64E8-295C-44D8-B59A-F5BD19E76C19}" destId="{861D7E98-DF96-4885-B2B5-A98684021869}" srcOrd="2" destOrd="0" parTransId="{3532FC02-8CB4-4154-A196-55D9A5073A41}" sibTransId="{14F9B6D9-51F7-46E3-B016-6E09EEB89330}"/>
    <dgm:cxn modelId="{2592E084-B571-4678-BCE0-84C8416E6C6A}" type="presOf" srcId="{83BD8440-02A2-491C-B039-0EF9BBEBD65E}" destId="{CAEE555A-1B37-468E-919C-1B2C267839F9}" srcOrd="0" destOrd="0" presId="urn:microsoft.com/office/officeart/2008/layout/CircleAccentTimeline"/>
    <dgm:cxn modelId="{2F09938A-D6E1-4421-B427-8FEADD761963}" srcId="{FBC3B858-3BCB-4424-927D-B67AC6F39AAC}" destId="{6DEE91FF-30D4-4A7C-B7DA-FF0EE1F1DA92}" srcOrd="4" destOrd="0" parTransId="{675D08AA-2BC0-4A9A-9500-05A1A052535E}" sibTransId="{DB56B4B4-7B88-4093-AE65-3C8515E4CA79}"/>
    <dgm:cxn modelId="{AED0348E-38A2-46DD-A798-7092ED32E691}" type="presOf" srcId="{17126490-8AFA-4369-B13B-70785943EFBD}" destId="{2E133F74-0847-48D3-AFAC-A79077A9954C}" srcOrd="0" destOrd="0" presId="urn:microsoft.com/office/officeart/2008/layout/CircleAccentTimeline"/>
    <dgm:cxn modelId="{785DA48F-7536-43CD-B64A-14CA74E9D0B7}" type="presOf" srcId="{4345880A-2E43-45ED-9DE5-E80807B0BDD7}" destId="{8AC12C70-CB3A-490B-AB11-6AC48F956E90}" srcOrd="0" destOrd="0" presId="urn:microsoft.com/office/officeart/2008/layout/CircleAccentTimeline"/>
    <dgm:cxn modelId="{E9857691-A7E5-44DD-A748-4763C7363768}" srcId="{FBC3B858-3BCB-4424-927D-B67AC6F39AAC}" destId="{787FCB1A-8212-48DF-B113-491890AC3119}" srcOrd="0" destOrd="0" parTransId="{C3A6345D-F61D-433D-AE84-C853D8ED3F8C}" sibTransId="{5F57B111-D1A9-417A-967B-2681A551D528}"/>
    <dgm:cxn modelId="{02E91B9A-6CED-4598-8C08-64EC74D07E6C}" type="presOf" srcId="{673F13D8-3855-4162-AA01-B874629B014C}" destId="{FC69FBDA-09C1-4172-A9AD-A50DBC7B68A6}" srcOrd="0" destOrd="0" presId="urn:microsoft.com/office/officeart/2008/layout/CircleAccentTimeline"/>
    <dgm:cxn modelId="{66A452A0-40C2-4FBA-AD8D-E049D538F602}" srcId="{83BD8440-02A2-491C-B039-0EF9BBEBD65E}" destId="{4345880A-2E43-45ED-9DE5-E80807B0BDD7}" srcOrd="2" destOrd="0" parTransId="{026936B5-7F3B-42FE-866C-54A0A7933902}" sibTransId="{AC33D56D-2A83-4475-B579-90A1826C01E8}"/>
    <dgm:cxn modelId="{795341AD-EC42-46C5-849E-D64184286752}" srcId="{512C64E8-295C-44D8-B59A-F5BD19E76C19}" destId="{FBC3B858-3BCB-4424-927D-B67AC6F39AAC}" srcOrd="1" destOrd="0" parTransId="{2DA9F317-57E3-4034-90F8-C0BF64DE1AF1}" sibTransId="{E239DC2E-1DAA-4F2D-AE6E-B37E8D3D64CA}"/>
    <dgm:cxn modelId="{623C63AF-A446-43AE-8BD4-D6044691AA40}" srcId="{83BD8440-02A2-491C-B039-0EF9BBEBD65E}" destId="{9687F58E-38D6-4B4E-A0BA-F4747216B6B5}" srcOrd="8" destOrd="0" parTransId="{35C2B44B-21E4-48F2-B189-1AC695CEDBA5}" sibTransId="{9F2E1630-FA71-4534-97F8-A4D81C459245}"/>
    <dgm:cxn modelId="{DAFB0CB3-7FA9-4FD9-BFA0-5B826EB7EDAE}" srcId="{83BD8440-02A2-491C-B039-0EF9BBEBD65E}" destId="{8AA40EC0-A5C3-4F44-847B-88CC96CAE1D2}" srcOrd="3" destOrd="0" parTransId="{16485819-E2D2-4FA2-B0EC-2DB753199EF6}" sibTransId="{F73F2303-966D-464F-B455-20432385262E}"/>
    <dgm:cxn modelId="{9B9641B4-AA93-420D-9962-CAE512A87A0D}" srcId="{83BD8440-02A2-491C-B039-0EF9BBEBD65E}" destId="{A9131A36-4EE9-4102-84CC-7AE3E670C545}" srcOrd="0" destOrd="0" parTransId="{089D0889-27FB-4412-A11A-7E6050A90C09}" sibTransId="{0872B619-CD8D-4EF4-B2ED-A3FA653488A3}"/>
    <dgm:cxn modelId="{01512CC7-20CE-4C34-A879-2D47397A972D}" type="presOf" srcId="{8D649BC5-02A3-4AEA-9DDF-DBDD88F1B2CA}" destId="{B8B285B3-8DEE-4F4F-A222-E862AC5C7640}" srcOrd="0" destOrd="0" presId="urn:microsoft.com/office/officeart/2008/layout/CircleAccentTimeline"/>
    <dgm:cxn modelId="{B56781D3-DC4D-43C3-8358-948F6F55CD08}" type="presOf" srcId="{C3B37E4E-8757-47FF-9DC4-B108A9488306}" destId="{2F216F5F-79C9-4457-BA32-486A6B9EA75D}" srcOrd="0" destOrd="0" presId="urn:microsoft.com/office/officeart/2008/layout/CircleAccentTimeline"/>
    <dgm:cxn modelId="{C9E9B3DE-B90C-41AC-B74A-0301D86A68B1}" srcId="{83BD8440-02A2-491C-B039-0EF9BBEBD65E}" destId="{4EC28963-7D32-4B2C-B744-DD1DDC8FDB1F}" srcOrd="6" destOrd="0" parTransId="{17BA8882-C204-4953-9573-D11F9EB9B3CD}" sibTransId="{AC04EF6F-6EF1-433C-805E-294D2914D90C}"/>
    <dgm:cxn modelId="{6BFFE9E4-D069-4731-8DF0-476455755DF0}" type="presOf" srcId="{6F42A684-3731-441A-9152-FACACD73F1C1}" destId="{2170C857-8AAE-4C4B-B050-7B04783D0EA6}" srcOrd="0" destOrd="0" presId="urn:microsoft.com/office/officeart/2008/layout/CircleAccentTimeline"/>
    <dgm:cxn modelId="{A5861EF8-B837-4420-952E-C3FC02971F9A}" type="presOf" srcId="{787FCB1A-8212-48DF-B113-491890AC3119}" destId="{BB6DD133-EC71-41E8-B12B-70869E907963}" srcOrd="0" destOrd="0" presId="urn:microsoft.com/office/officeart/2008/layout/CircleAccentTimeline"/>
    <dgm:cxn modelId="{0F8FE712-6E1B-4DA3-BA82-8815593D5BC9}" type="presParOf" srcId="{800F6E1A-82F3-467F-9A78-49BA00FBF2D1}" destId="{61679AE8-530A-4D46-A213-D92048B297D9}" srcOrd="0" destOrd="0" presId="urn:microsoft.com/office/officeart/2008/layout/CircleAccentTimeline"/>
    <dgm:cxn modelId="{9FA516C9-7B1A-49CB-97E8-FCFB6851BC23}" type="presParOf" srcId="{61679AE8-530A-4D46-A213-D92048B297D9}" destId="{D2281EC3-732C-4495-ACF6-3AAC7B4C06B5}" srcOrd="0" destOrd="0" presId="urn:microsoft.com/office/officeart/2008/layout/CircleAccentTimeline"/>
    <dgm:cxn modelId="{10205B5F-9CD5-42CF-AACA-BFDC261A617F}" type="presParOf" srcId="{61679AE8-530A-4D46-A213-D92048B297D9}" destId="{CAEE555A-1B37-468E-919C-1B2C267839F9}" srcOrd="1" destOrd="0" presId="urn:microsoft.com/office/officeart/2008/layout/CircleAccentTimeline"/>
    <dgm:cxn modelId="{4A6B6697-81C3-4551-AA54-9C6780AD0EB5}" type="presParOf" srcId="{61679AE8-530A-4D46-A213-D92048B297D9}" destId="{9DA17166-A64A-4FD4-AB44-120BFEFDC6A3}" srcOrd="2" destOrd="0" presId="urn:microsoft.com/office/officeart/2008/layout/CircleAccentTimeline"/>
    <dgm:cxn modelId="{4E9644A9-1416-4592-840F-99E37700BBDA}" type="presParOf" srcId="{800F6E1A-82F3-467F-9A78-49BA00FBF2D1}" destId="{05DAE6D2-B03C-462E-9B4D-BA029B29BEC9}" srcOrd="1" destOrd="0" presId="urn:microsoft.com/office/officeart/2008/layout/CircleAccentTimeline"/>
    <dgm:cxn modelId="{51269964-001D-4DA7-B420-CDD5FBC756C7}" type="presParOf" srcId="{800F6E1A-82F3-467F-9A78-49BA00FBF2D1}" destId="{E5C0EA9E-DD98-4507-9085-C5B702692830}" srcOrd="2" destOrd="0" presId="urn:microsoft.com/office/officeart/2008/layout/CircleAccentTimeline"/>
    <dgm:cxn modelId="{CC3551B7-9948-47D8-98BB-A9331EDEC180}" type="presParOf" srcId="{800F6E1A-82F3-467F-9A78-49BA00FBF2D1}" destId="{98BBB9C9-FFE6-401B-B744-8EF97EC5E2D2}" srcOrd="3" destOrd="0" presId="urn:microsoft.com/office/officeart/2008/layout/CircleAccentTimeline"/>
    <dgm:cxn modelId="{87008F7D-6FDD-4A99-A9BF-87953F4C214C}" type="presParOf" srcId="{800F6E1A-82F3-467F-9A78-49BA00FBF2D1}" destId="{B2D11045-E6ED-4324-9E49-6CF344B888FD}" srcOrd="4" destOrd="0" presId="urn:microsoft.com/office/officeart/2008/layout/CircleAccentTimeline"/>
    <dgm:cxn modelId="{9D6AD304-4D04-47C0-8E45-CE38C663EB5B}" type="presParOf" srcId="{B2D11045-E6ED-4324-9E49-6CF344B888FD}" destId="{BDF079DD-1477-4C6A-BDAE-F02B5F6D1993}" srcOrd="0" destOrd="0" presId="urn:microsoft.com/office/officeart/2008/layout/CircleAccentTimeline"/>
    <dgm:cxn modelId="{475C8096-27F9-46A1-8FBA-50E9F1714DFF}" type="presParOf" srcId="{B2D11045-E6ED-4324-9E49-6CF344B888FD}" destId="{38B68DE1-AF4D-4047-92FF-988E8BDEA187}" srcOrd="1" destOrd="0" presId="urn:microsoft.com/office/officeart/2008/layout/CircleAccentTimeline"/>
    <dgm:cxn modelId="{946F6796-F159-4F48-82F2-4B716103AABF}" type="presParOf" srcId="{B2D11045-E6ED-4324-9E49-6CF344B888FD}" destId="{E77F0C94-E9A0-42B5-9B99-A5B9FB331ECF}" srcOrd="2" destOrd="0" presId="urn:microsoft.com/office/officeart/2008/layout/CircleAccentTimeline"/>
    <dgm:cxn modelId="{B5F168C6-0CF0-4C75-A1DA-DB2B72488FE1}" type="presParOf" srcId="{800F6E1A-82F3-467F-9A78-49BA00FBF2D1}" destId="{311FE6A1-5C7D-4407-8618-98392D2B5502}" srcOrd="5" destOrd="0" presId="urn:microsoft.com/office/officeart/2008/layout/CircleAccentTimeline"/>
    <dgm:cxn modelId="{37884BA9-C12C-4420-AA4D-15E3205978C9}" type="presParOf" srcId="{800F6E1A-82F3-467F-9A78-49BA00FBF2D1}" destId="{7EBC969B-1D14-4F79-BB27-4FE06ED3F921}" srcOrd="6" destOrd="0" presId="urn:microsoft.com/office/officeart/2008/layout/CircleAccentTimeline"/>
    <dgm:cxn modelId="{2BC0EE66-7672-40D6-9126-3201EA1DAE80}" type="presParOf" srcId="{800F6E1A-82F3-467F-9A78-49BA00FBF2D1}" destId="{E3B1EA9E-22D7-4779-8AC8-9A4E900542AA}" srcOrd="7" destOrd="0" presId="urn:microsoft.com/office/officeart/2008/layout/CircleAccentTimeline"/>
    <dgm:cxn modelId="{49A790BF-F320-4971-8FF5-EC77D408D833}" type="presParOf" srcId="{800F6E1A-82F3-467F-9A78-49BA00FBF2D1}" destId="{72C89554-89FD-4536-91CE-4EADA32FE8EF}" srcOrd="8" destOrd="0" presId="urn:microsoft.com/office/officeart/2008/layout/CircleAccentTimeline"/>
    <dgm:cxn modelId="{105A4109-DDFD-4F26-B877-ED0BA008B66A}" type="presParOf" srcId="{72C89554-89FD-4536-91CE-4EADA32FE8EF}" destId="{4B6C1CA5-2159-475A-A2E4-1EF3948094EF}" srcOrd="0" destOrd="0" presId="urn:microsoft.com/office/officeart/2008/layout/CircleAccentTimeline"/>
    <dgm:cxn modelId="{BE9E3A70-6816-4970-AD92-B68B41BDA106}" type="presParOf" srcId="{72C89554-89FD-4536-91CE-4EADA32FE8EF}" destId="{FC69FBDA-09C1-4172-A9AD-A50DBC7B68A6}" srcOrd="1" destOrd="0" presId="urn:microsoft.com/office/officeart/2008/layout/CircleAccentTimeline"/>
    <dgm:cxn modelId="{1CE14703-7716-4467-8534-65143A1DAD4B}" type="presParOf" srcId="{72C89554-89FD-4536-91CE-4EADA32FE8EF}" destId="{54385A52-C691-48CD-ADD1-CC47439BF10E}" srcOrd="2" destOrd="0" presId="urn:microsoft.com/office/officeart/2008/layout/CircleAccentTimeline"/>
    <dgm:cxn modelId="{45ED84BB-432E-4212-ABFC-DAAE11A9516C}" type="presParOf" srcId="{800F6E1A-82F3-467F-9A78-49BA00FBF2D1}" destId="{D5DD7E6B-174C-423D-91C3-F7F150891510}" srcOrd="9" destOrd="0" presId="urn:microsoft.com/office/officeart/2008/layout/CircleAccentTimeline"/>
    <dgm:cxn modelId="{9D2227B5-E8AE-4091-84A7-5DC351F821DF}" type="presParOf" srcId="{800F6E1A-82F3-467F-9A78-49BA00FBF2D1}" destId="{73AE17F5-E49C-46CF-A83F-EF0100B923C0}" srcOrd="10" destOrd="0" presId="urn:microsoft.com/office/officeart/2008/layout/CircleAccentTimeline"/>
    <dgm:cxn modelId="{BB563C48-DBF2-40B6-94F7-9B6CB8F52E32}" type="presParOf" srcId="{800F6E1A-82F3-467F-9A78-49BA00FBF2D1}" destId="{B2CAD1AC-154A-4945-91A7-C3470224D901}" srcOrd="11" destOrd="0" presId="urn:microsoft.com/office/officeart/2008/layout/CircleAccentTimeline"/>
    <dgm:cxn modelId="{BB31ED4B-F856-48E5-8B96-8F5A5AC296F3}" type="presParOf" srcId="{800F6E1A-82F3-467F-9A78-49BA00FBF2D1}" destId="{6988831D-BAA2-4A83-A1EE-E9CD40CA9199}" srcOrd="12" destOrd="0" presId="urn:microsoft.com/office/officeart/2008/layout/CircleAccentTimeline"/>
    <dgm:cxn modelId="{1D5E1E13-E93E-4E48-848A-F3ED02AD4198}" type="presParOf" srcId="{6988831D-BAA2-4A83-A1EE-E9CD40CA9199}" destId="{2712A0ED-C3A0-4485-80A0-B23B5B0F9128}" srcOrd="0" destOrd="0" presId="urn:microsoft.com/office/officeart/2008/layout/CircleAccentTimeline"/>
    <dgm:cxn modelId="{293BBA07-FC65-4739-BA0E-8CB5C8A85CA3}" type="presParOf" srcId="{6988831D-BAA2-4A83-A1EE-E9CD40CA9199}" destId="{8AC12C70-CB3A-490B-AB11-6AC48F956E90}" srcOrd="1" destOrd="0" presId="urn:microsoft.com/office/officeart/2008/layout/CircleAccentTimeline"/>
    <dgm:cxn modelId="{5E7BD483-7071-4B74-BC5D-1F533FAD6819}" type="presParOf" srcId="{6988831D-BAA2-4A83-A1EE-E9CD40CA9199}" destId="{BF3A42C1-93B1-4426-A9AD-213C05248719}" srcOrd="2" destOrd="0" presId="urn:microsoft.com/office/officeart/2008/layout/CircleAccentTimeline"/>
    <dgm:cxn modelId="{0AC3BBFF-AB09-44D8-8C8E-DA12B2CB44BB}" type="presParOf" srcId="{800F6E1A-82F3-467F-9A78-49BA00FBF2D1}" destId="{56C28978-52AB-4D5B-B33D-091FFD3C379F}" srcOrd="13" destOrd="0" presId="urn:microsoft.com/office/officeart/2008/layout/CircleAccentTimeline"/>
    <dgm:cxn modelId="{3B26AC5F-AD88-43EB-AF71-75241CB47DF3}" type="presParOf" srcId="{800F6E1A-82F3-467F-9A78-49BA00FBF2D1}" destId="{B70EA817-242F-408C-A428-5430B5928DAD}" srcOrd="14" destOrd="0" presId="urn:microsoft.com/office/officeart/2008/layout/CircleAccentTimeline"/>
    <dgm:cxn modelId="{F6940949-4090-4323-8C15-A5A7E14F9CCD}" type="presParOf" srcId="{800F6E1A-82F3-467F-9A78-49BA00FBF2D1}" destId="{B35E8A77-10A2-4596-9397-237C6A4A1537}" srcOrd="15" destOrd="0" presId="urn:microsoft.com/office/officeart/2008/layout/CircleAccentTimeline"/>
    <dgm:cxn modelId="{F90CFA51-07E5-4180-AC75-BFA6DCA030AF}" type="presParOf" srcId="{800F6E1A-82F3-467F-9A78-49BA00FBF2D1}" destId="{C010A08A-7CB4-4F25-B9C4-894785CCD8A5}" srcOrd="16" destOrd="0" presId="urn:microsoft.com/office/officeart/2008/layout/CircleAccentTimeline"/>
    <dgm:cxn modelId="{0A7A821F-06E7-4EAC-8416-CC4DAED4EEF3}" type="presParOf" srcId="{C010A08A-7CB4-4F25-B9C4-894785CCD8A5}" destId="{B32C3150-41EE-4F81-89B9-BB3515EF192D}" srcOrd="0" destOrd="0" presId="urn:microsoft.com/office/officeart/2008/layout/CircleAccentTimeline"/>
    <dgm:cxn modelId="{72C949DF-7AF7-4BA9-A481-9A6FD1A25D36}" type="presParOf" srcId="{C010A08A-7CB4-4F25-B9C4-894785CCD8A5}" destId="{355CAC57-5CF7-4644-AFAC-4B093D83D6A7}" srcOrd="1" destOrd="0" presId="urn:microsoft.com/office/officeart/2008/layout/CircleAccentTimeline"/>
    <dgm:cxn modelId="{EFCFC539-D2D9-4E64-919C-CEBC59ED2A54}" type="presParOf" srcId="{C010A08A-7CB4-4F25-B9C4-894785CCD8A5}" destId="{A6F34F1A-55A6-4DE8-B893-5437AA5E8EDB}" srcOrd="2" destOrd="0" presId="urn:microsoft.com/office/officeart/2008/layout/CircleAccentTimeline"/>
    <dgm:cxn modelId="{E8A78FC0-648E-422C-9AC7-F8F134D510AF}" type="presParOf" srcId="{800F6E1A-82F3-467F-9A78-49BA00FBF2D1}" destId="{435A8B5A-1F28-458F-818F-1224AA05E1C7}" srcOrd="17" destOrd="0" presId="urn:microsoft.com/office/officeart/2008/layout/CircleAccentTimeline"/>
    <dgm:cxn modelId="{F439C4C8-800B-444C-964F-CE3BEB9A6D15}" type="presParOf" srcId="{800F6E1A-82F3-467F-9A78-49BA00FBF2D1}" destId="{42847023-8C11-4DF2-A388-5E92AF0D2A9F}" srcOrd="18" destOrd="0" presId="urn:microsoft.com/office/officeart/2008/layout/CircleAccentTimeline"/>
    <dgm:cxn modelId="{82CDD921-9740-4203-8B80-8181A4E3A81E}" type="presParOf" srcId="{800F6E1A-82F3-467F-9A78-49BA00FBF2D1}" destId="{1EF1D35B-0E89-48DC-A3BB-2A343463BBBD}" srcOrd="19" destOrd="0" presId="urn:microsoft.com/office/officeart/2008/layout/CircleAccentTimeline"/>
    <dgm:cxn modelId="{0307EA57-55A9-4235-A301-8848F27FA68F}" type="presParOf" srcId="{800F6E1A-82F3-467F-9A78-49BA00FBF2D1}" destId="{F7189304-C111-4661-9A6F-4EA08F66ED56}" srcOrd="20" destOrd="0" presId="urn:microsoft.com/office/officeart/2008/layout/CircleAccentTimeline"/>
    <dgm:cxn modelId="{D5E86535-605C-4485-A817-F5F550802756}" type="presParOf" srcId="{F7189304-C111-4661-9A6F-4EA08F66ED56}" destId="{7AFF4C9A-C46E-4505-B310-5F04020150A6}" srcOrd="0" destOrd="0" presId="urn:microsoft.com/office/officeart/2008/layout/CircleAccentTimeline"/>
    <dgm:cxn modelId="{256404E2-94FE-443A-9740-01D798767C0E}" type="presParOf" srcId="{F7189304-C111-4661-9A6F-4EA08F66ED56}" destId="{2170C857-8AAE-4C4B-B050-7B04783D0EA6}" srcOrd="1" destOrd="0" presId="urn:microsoft.com/office/officeart/2008/layout/CircleAccentTimeline"/>
    <dgm:cxn modelId="{DA98C43D-E46F-4593-B65C-024C3916564C}" type="presParOf" srcId="{F7189304-C111-4661-9A6F-4EA08F66ED56}" destId="{C2046C3C-3C18-4370-AAA2-5D34851942A5}" srcOrd="2" destOrd="0" presId="urn:microsoft.com/office/officeart/2008/layout/CircleAccentTimeline"/>
    <dgm:cxn modelId="{30871C29-0FB5-43B9-B9F2-71AD284F0B86}" type="presParOf" srcId="{800F6E1A-82F3-467F-9A78-49BA00FBF2D1}" destId="{42E48961-9EDE-481D-A06C-DD491DB5A2FE}" srcOrd="21" destOrd="0" presId="urn:microsoft.com/office/officeart/2008/layout/CircleAccentTimeline"/>
    <dgm:cxn modelId="{2E0BADE3-4637-4A65-8BFE-FA49831A7BB6}" type="presParOf" srcId="{800F6E1A-82F3-467F-9A78-49BA00FBF2D1}" destId="{B37A3D48-5C7C-451C-A077-9AC9C6D08BF7}" srcOrd="22" destOrd="0" presId="urn:microsoft.com/office/officeart/2008/layout/CircleAccentTimeline"/>
    <dgm:cxn modelId="{4EC2BAAB-5C83-4273-8ED8-E2C87C418337}" type="presParOf" srcId="{800F6E1A-82F3-467F-9A78-49BA00FBF2D1}" destId="{6741569F-CB0E-4410-AAD6-01B25406BA99}" srcOrd="23" destOrd="0" presId="urn:microsoft.com/office/officeart/2008/layout/CircleAccentTimeline"/>
    <dgm:cxn modelId="{EAA97F72-F676-4843-A0E2-D6ABB3EA57FE}" type="presParOf" srcId="{800F6E1A-82F3-467F-9A78-49BA00FBF2D1}" destId="{686948A5-AE9C-4A6E-9DB4-3AC985DBB872}" srcOrd="24" destOrd="0" presId="urn:microsoft.com/office/officeart/2008/layout/CircleAccentTimeline"/>
    <dgm:cxn modelId="{E31E9DB2-8547-42DA-9654-BD6E4AE25A9B}" type="presParOf" srcId="{686948A5-AE9C-4A6E-9DB4-3AC985DBB872}" destId="{D8487D9C-5206-4F25-AB86-DB160A2F0056}" srcOrd="0" destOrd="0" presId="urn:microsoft.com/office/officeart/2008/layout/CircleAccentTimeline"/>
    <dgm:cxn modelId="{868D4655-5095-4E1B-B3BB-70C989DA46FC}" type="presParOf" srcId="{686948A5-AE9C-4A6E-9DB4-3AC985DBB872}" destId="{9FD02C08-8EE1-44B8-9DA5-9837346F78DD}" srcOrd="1" destOrd="0" presId="urn:microsoft.com/office/officeart/2008/layout/CircleAccentTimeline"/>
    <dgm:cxn modelId="{CA477C50-7D3E-42F2-9C1A-EB3E5F1B5E80}" type="presParOf" srcId="{686948A5-AE9C-4A6E-9DB4-3AC985DBB872}" destId="{463DDF63-7F1B-4582-B1B0-52B52D885068}" srcOrd="2" destOrd="0" presId="urn:microsoft.com/office/officeart/2008/layout/CircleAccentTimeline"/>
    <dgm:cxn modelId="{A6DA5905-4065-4822-8CDE-B098D527C59A}" type="presParOf" srcId="{800F6E1A-82F3-467F-9A78-49BA00FBF2D1}" destId="{EB6C2075-C49A-45D3-9F3F-0462E58BF4C0}" srcOrd="25" destOrd="0" presId="urn:microsoft.com/office/officeart/2008/layout/CircleAccentTimeline"/>
    <dgm:cxn modelId="{E6A4E843-872F-4A12-9436-D59C9085E1DD}" type="presParOf" srcId="{800F6E1A-82F3-467F-9A78-49BA00FBF2D1}" destId="{08D13E9E-BA68-406E-B637-A4922DE921BC}" srcOrd="26" destOrd="0" presId="urn:microsoft.com/office/officeart/2008/layout/CircleAccentTimeline"/>
    <dgm:cxn modelId="{188A52D4-19D5-4006-8F80-4C7898455CC3}" type="presParOf" srcId="{800F6E1A-82F3-467F-9A78-49BA00FBF2D1}" destId="{1B619085-4D64-4D20-A3F9-DC6F926DB45D}" srcOrd="27" destOrd="0" presId="urn:microsoft.com/office/officeart/2008/layout/CircleAccentTimeline"/>
    <dgm:cxn modelId="{BD67D469-9C5D-4FD5-B0BF-7BD0EC125655}" type="presParOf" srcId="{800F6E1A-82F3-467F-9A78-49BA00FBF2D1}" destId="{4F7CC68D-0711-42CE-8AB1-E5F0BE96B6B6}" srcOrd="28" destOrd="0" presId="urn:microsoft.com/office/officeart/2008/layout/CircleAccentTimeline"/>
    <dgm:cxn modelId="{49AD22D3-7AD6-44FD-864C-41C940258A07}" type="presParOf" srcId="{4F7CC68D-0711-42CE-8AB1-E5F0BE96B6B6}" destId="{CD01A33E-B046-429F-BCD6-997A1481A304}" srcOrd="0" destOrd="0" presId="urn:microsoft.com/office/officeart/2008/layout/CircleAccentTimeline"/>
    <dgm:cxn modelId="{CD3098F6-BEC1-4CC1-A6F0-284D39F62DDA}" type="presParOf" srcId="{4F7CC68D-0711-42CE-8AB1-E5F0BE96B6B6}" destId="{2FA78B13-6447-4EFA-AF03-FBB2B95E98B5}" srcOrd="1" destOrd="0" presId="urn:microsoft.com/office/officeart/2008/layout/CircleAccentTimeline"/>
    <dgm:cxn modelId="{1256AEC3-E32A-4C7B-B064-91017E6B47D5}" type="presParOf" srcId="{4F7CC68D-0711-42CE-8AB1-E5F0BE96B6B6}" destId="{D09B99D0-C5E0-48CB-B651-DFD855C6F69C}" srcOrd="2" destOrd="0" presId="urn:microsoft.com/office/officeart/2008/layout/CircleAccentTimeline"/>
    <dgm:cxn modelId="{A1F4BA8D-0635-40FB-9D09-CA3B821D05CB}" type="presParOf" srcId="{800F6E1A-82F3-467F-9A78-49BA00FBF2D1}" destId="{88251FD2-1CB2-4CA6-B552-9A8B39EFC5A5}" srcOrd="29" destOrd="0" presId="urn:microsoft.com/office/officeart/2008/layout/CircleAccentTimeline"/>
    <dgm:cxn modelId="{1BEE4E15-39BD-4C1C-B00D-562A321A2C05}" type="presParOf" srcId="{800F6E1A-82F3-467F-9A78-49BA00FBF2D1}" destId="{0CBAB649-C30F-40A8-B409-9DAAAE07F01D}" srcOrd="30" destOrd="0" presId="urn:microsoft.com/office/officeart/2008/layout/CircleAccentTimeline"/>
    <dgm:cxn modelId="{40D8C565-6F4E-4047-B0C9-9D8ACD8954FD}" type="presParOf" srcId="{800F6E1A-82F3-467F-9A78-49BA00FBF2D1}" destId="{3B6DC79B-15F0-4807-BED9-E8DBC8847916}" srcOrd="31" destOrd="0" presId="urn:microsoft.com/office/officeart/2008/layout/CircleAccentTimeline"/>
    <dgm:cxn modelId="{9084932D-C1DF-48E2-8D3E-C6EA679C9AC5}" type="presParOf" srcId="{800F6E1A-82F3-467F-9A78-49BA00FBF2D1}" destId="{3B101736-E463-4F37-94C3-BEEB0DE4DE79}" srcOrd="32" destOrd="0" presId="urn:microsoft.com/office/officeart/2008/layout/CircleAccentTimeline"/>
    <dgm:cxn modelId="{F46F3AA5-A1DC-4978-B2D5-F9504A827236}" type="presParOf" srcId="{3B101736-E463-4F37-94C3-BEEB0DE4DE79}" destId="{26E7A5FB-7376-4786-AEC2-EDE5480FCD25}" srcOrd="0" destOrd="0" presId="urn:microsoft.com/office/officeart/2008/layout/CircleAccentTimeline"/>
    <dgm:cxn modelId="{75BAC3EC-C1E4-4175-9471-28C548DB068F}" type="presParOf" srcId="{3B101736-E463-4F37-94C3-BEEB0DE4DE79}" destId="{09B1BF00-84CA-4BAA-A8F3-86F0F883F6AA}" srcOrd="1" destOrd="0" presId="urn:microsoft.com/office/officeart/2008/layout/CircleAccentTimeline"/>
    <dgm:cxn modelId="{DE022D8B-4AC2-429C-9DEF-29E481864D49}" type="presParOf" srcId="{3B101736-E463-4F37-94C3-BEEB0DE4DE79}" destId="{34751F20-B08C-4538-B503-B7B88F78B0B2}" srcOrd="2" destOrd="0" presId="urn:microsoft.com/office/officeart/2008/layout/CircleAccentTimeline"/>
    <dgm:cxn modelId="{7925D8EE-095C-4778-8916-2BD837273852}" type="presParOf" srcId="{800F6E1A-82F3-467F-9A78-49BA00FBF2D1}" destId="{ED14F1CB-CDD8-4564-8620-811CDA56776D}" srcOrd="33" destOrd="0" presId="urn:microsoft.com/office/officeart/2008/layout/CircleAccentTimeline"/>
    <dgm:cxn modelId="{756359D7-36A8-4B4E-A2D1-4B41188D8DC7}" type="presParOf" srcId="{800F6E1A-82F3-467F-9A78-49BA00FBF2D1}" destId="{9292726C-8E18-4D84-B1B2-D9289ABABAF6}" srcOrd="34" destOrd="0" presId="urn:microsoft.com/office/officeart/2008/layout/CircleAccentTimeline"/>
    <dgm:cxn modelId="{0BA471B5-15CA-414A-9169-3BB4AF4094D4}" type="presParOf" srcId="{800F6E1A-82F3-467F-9A78-49BA00FBF2D1}" destId="{454FBC84-71EC-4AD3-9769-2CAC39C16225}" srcOrd="35" destOrd="0" presId="urn:microsoft.com/office/officeart/2008/layout/CircleAccentTimeline"/>
    <dgm:cxn modelId="{8F2D41DE-D746-4738-A421-A0E7FB2F1DC2}" type="presParOf" srcId="{800F6E1A-82F3-467F-9A78-49BA00FBF2D1}" destId="{35BF694D-6959-4A4C-B86A-92F28E861615}" srcOrd="36" destOrd="0" presId="urn:microsoft.com/office/officeart/2008/layout/CircleAccentTimeline"/>
    <dgm:cxn modelId="{82FC9A17-4E7F-4147-950A-F6988B78A9DC}" type="presParOf" srcId="{35BF694D-6959-4A4C-B86A-92F28E861615}" destId="{107844AF-9AD9-4D16-AA63-E88E85739FAF}" srcOrd="0" destOrd="0" presId="urn:microsoft.com/office/officeart/2008/layout/CircleAccentTimeline"/>
    <dgm:cxn modelId="{32C5D7E9-1C39-4CAA-9C5E-95DA962710D6}" type="presParOf" srcId="{35BF694D-6959-4A4C-B86A-92F28E861615}" destId="{33A9DD88-9D57-4D93-BEAE-004CE0A393A9}" srcOrd="1" destOrd="0" presId="urn:microsoft.com/office/officeart/2008/layout/CircleAccentTimeline"/>
    <dgm:cxn modelId="{ECABF469-5891-4D79-9D44-52CE13D13DE0}" type="presParOf" srcId="{35BF694D-6959-4A4C-B86A-92F28E861615}" destId="{C41FC00F-F77B-4546-A8B2-57D9DAB647E1}" srcOrd="2" destOrd="0" presId="urn:microsoft.com/office/officeart/2008/layout/CircleAccentTimeline"/>
    <dgm:cxn modelId="{977062E9-4EF5-48AE-9B25-F02BB2062F04}" type="presParOf" srcId="{800F6E1A-82F3-467F-9A78-49BA00FBF2D1}" destId="{7B7AEFE4-D88C-4D5D-A4A0-E06981215626}" srcOrd="37" destOrd="0" presId="urn:microsoft.com/office/officeart/2008/layout/CircleAccentTimeline"/>
    <dgm:cxn modelId="{C9E77E6C-8967-470D-84DD-287E7FF0DB8A}" type="presParOf" srcId="{800F6E1A-82F3-467F-9A78-49BA00FBF2D1}" destId="{23B24F93-CCBB-4D53-BBE6-9C25530DE328}" srcOrd="38" destOrd="0" presId="urn:microsoft.com/office/officeart/2008/layout/CircleAccentTimeline"/>
    <dgm:cxn modelId="{06E68ACD-13B5-4D82-A052-BAFD4624A2AE}" type="presParOf" srcId="{800F6E1A-82F3-467F-9A78-49BA00FBF2D1}" destId="{9EA23ACF-BF4D-45B8-B1C1-5DDE2367F1EF}" srcOrd="39" destOrd="0" presId="urn:microsoft.com/office/officeart/2008/layout/CircleAccentTimeline"/>
    <dgm:cxn modelId="{7B526ACC-CAB9-481B-B10E-AF19341517BB}" type="presParOf" srcId="{800F6E1A-82F3-467F-9A78-49BA00FBF2D1}" destId="{4B3A0AA0-8A66-4C08-AC02-EAF4B2B7CFB6}" srcOrd="40" destOrd="0" presId="urn:microsoft.com/office/officeart/2008/layout/CircleAccentTimeline"/>
    <dgm:cxn modelId="{EC021D57-02BA-4F70-9A3A-8453ACA5C618}" type="presParOf" srcId="{4B3A0AA0-8A66-4C08-AC02-EAF4B2B7CFB6}" destId="{C3880539-D5BD-4849-A784-5B39BE44C2CF}" srcOrd="0" destOrd="0" presId="urn:microsoft.com/office/officeart/2008/layout/CircleAccentTimeline"/>
    <dgm:cxn modelId="{392834FC-7E17-40D0-9BCF-5AB485C9B487}" type="presParOf" srcId="{4B3A0AA0-8A66-4C08-AC02-EAF4B2B7CFB6}" destId="{4B0F20F0-AD04-4CC9-AE46-E63170BA8963}" srcOrd="1" destOrd="0" presId="urn:microsoft.com/office/officeart/2008/layout/CircleAccentTimeline"/>
    <dgm:cxn modelId="{D099FC39-8EFA-4A87-81E9-254A576D709B}" type="presParOf" srcId="{4B3A0AA0-8A66-4C08-AC02-EAF4B2B7CFB6}" destId="{BBE2A434-BE42-4678-9BF5-D7EBFDE09821}" srcOrd="2" destOrd="0" presId="urn:microsoft.com/office/officeart/2008/layout/CircleAccentTimeline"/>
    <dgm:cxn modelId="{5EA52AA9-7D33-4FBF-A2CC-742F53DBC6B2}" type="presParOf" srcId="{800F6E1A-82F3-467F-9A78-49BA00FBF2D1}" destId="{5D4068C0-BFB7-482B-A97B-4DA36B661AEC}" srcOrd="41" destOrd="0" presId="urn:microsoft.com/office/officeart/2008/layout/CircleAccentTimeline"/>
    <dgm:cxn modelId="{56176CFA-0018-4F7B-880A-CDC6E1B5F448}" type="presParOf" srcId="{800F6E1A-82F3-467F-9A78-49BA00FBF2D1}" destId="{C977FB92-3CCC-466D-95B2-FE0EA2F54ABC}" srcOrd="42" destOrd="0" presId="urn:microsoft.com/office/officeart/2008/layout/CircleAccentTimeline"/>
    <dgm:cxn modelId="{6F5699F7-BC56-4CCA-800E-3386DEB89605}" type="presParOf" srcId="{800F6E1A-82F3-467F-9A78-49BA00FBF2D1}" destId="{81723256-142B-476F-94B2-BE212D7CFEA0}" srcOrd="43" destOrd="0" presId="urn:microsoft.com/office/officeart/2008/layout/CircleAccentTimeline"/>
    <dgm:cxn modelId="{9F0CDE2B-F5D8-4124-8DEA-2CF283AFFBE3}" type="presParOf" srcId="{81723256-142B-476F-94B2-BE212D7CFEA0}" destId="{290676CD-9C38-492C-994E-D67EF3710B64}" srcOrd="0" destOrd="0" presId="urn:microsoft.com/office/officeart/2008/layout/CircleAccentTimeline"/>
    <dgm:cxn modelId="{6ACD3703-6B94-4A5B-9C10-B907BE0FA763}" type="presParOf" srcId="{81723256-142B-476F-94B2-BE212D7CFEA0}" destId="{8DDF691E-FA34-4591-942E-3EE0F76C6648}" srcOrd="1" destOrd="0" presId="urn:microsoft.com/office/officeart/2008/layout/CircleAccentTimeline"/>
    <dgm:cxn modelId="{74941A74-3B07-4A54-A768-C5263956A6F9}" type="presParOf" srcId="{81723256-142B-476F-94B2-BE212D7CFEA0}" destId="{A51D8BAD-2149-458F-8430-50E1CCCA5840}" srcOrd="2" destOrd="0" presId="urn:microsoft.com/office/officeart/2008/layout/CircleAccentTimeline"/>
    <dgm:cxn modelId="{16C8F8E4-E532-4E7C-925B-420BFABB4735}" type="presParOf" srcId="{800F6E1A-82F3-467F-9A78-49BA00FBF2D1}" destId="{038CA20C-A8FF-4BB7-865A-613AC1B8B546}" srcOrd="44" destOrd="0" presId="urn:microsoft.com/office/officeart/2008/layout/CircleAccentTimeline"/>
    <dgm:cxn modelId="{30CF3626-2BBA-4E23-B4BB-FCD0EACA4F74}" type="presParOf" srcId="{800F6E1A-82F3-467F-9A78-49BA00FBF2D1}" destId="{1F401EDD-0534-4F0E-9A35-167DF4DF16A0}" srcOrd="45" destOrd="0" presId="urn:microsoft.com/office/officeart/2008/layout/CircleAccentTimeline"/>
    <dgm:cxn modelId="{5DF3E94D-497F-4960-9F98-1E9CA81DE3CD}" type="presParOf" srcId="{800F6E1A-82F3-467F-9A78-49BA00FBF2D1}" destId="{DE55994F-5012-4AD7-ACC8-FD962214F0B9}" srcOrd="46" destOrd="0" presId="urn:microsoft.com/office/officeart/2008/layout/CircleAccentTimeline"/>
    <dgm:cxn modelId="{4B900F1A-BFAE-4FFA-9F3D-6A94F7CDB2DD}" type="presParOf" srcId="{800F6E1A-82F3-467F-9A78-49BA00FBF2D1}" destId="{9A54379B-22B9-45EB-B917-5DFE77194325}" srcOrd="47" destOrd="0" presId="urn:microsoft.com/office/officeart/2008/layout/CircleAccentTimeline"/>
    <dgm:cxn modelId="{3B268260-4D5C-4678-9147-FF8EF2169BB3}" type="presParOf" srcId="{9A54379B-22B9-45EB-B917-5DFE77194325}" destId="{CCA52891-B990-45CE-8D82-4A56D5409D2E}" srcOrd="0" destOrd="0" presId="urn:microsoft.com/office/officeart/2008/layout/CircleAccentTimeline"/>
    <dgm:cxn modelId="{6E42AE7E-A456-4C7E-9FBA-7BD6F38C5B95}" type="presParOf" srcId="{9A54379B-22B9-45EB-B917-5DFE77194325}" destId="{BB6DD133-EC71-41E8-B12B-70869E907963}" srcOrd="1" destOrd="0" presId="urn:microsoft.com/office/officeart/2008/layout/CircleAccentTimeline"/>
    <dgm:cxn modelId="{95A78AC7-3A98-4B7D-98B8-7511BA7D4F0D}" type="presParOf" srcId="{9A54379B-22B9-45EB-B917-5DFE77194325}" destId="{1F6B2C9B-4EF6-4022-A23E-E2D769D53FCF}" srcOrd="2" destOrd="0" presId="urn:microsoft.com/office/officeart/2008/layout/CircleAccentTimeline"/>
    <dgm:cxn modelId="{FDF810BB-916E-4407-8B5F-6BA1E4A45584}" type="presParOf" srcId="{800F6E1A-82F3-467F-9A78-49BA00FBF2D1}" destId="{2319A494-B961-435B-B213-6A87CC2BB29F}" srcOrd="48" destOrd="0" presId="urn:microsoft.com/office/officeart/2008/layout/CircleAccentTimeline"/>
    <dgm:cxn modelId="{98BBCB65-6F20-4DE3-946A-1F4C13D6D774}" type="presParOf" srcId="{800F6E1A-82F3-467F-9A78-49BA00FBF2D1}" destId="{90818D10-71DE-4912-B7C2-46A7CD4D1245}" srcOrd="49" destOrd="0" presId="urn:microsoft.com/office/officeart/2008/layout/CircleAccentTimeline"/>
    <dgm:cxn modelId="{DC098C0D-4F1A-4588-8B5E-76255F85D42C}" type="presParOf" srcId="{800F6E1A-82F3-467F-9A78-49BA00FBF2D1}" destId="{A913B095-77BD-4E49-A319-7C0A29242C5F}" srcOrd="50" destOrd="0" presId="urn:microsoft.com/office/officeart/2008/layout/CircleAccentTimeline"/>
    <dgm:cxn modelId="{54675315-EECC-480A-A92A-8D1F1C29282D}" type="presParOf" srcId="{800F6E1A-82F3-467F-9A78-49BA00FBF2D1}" destId="{14E8328A-4B5D-4ADE-B220-61FD76D158A3}" srcOrd="51" destOrd="0" presId="urn:microsoft.com/office/officeart/2008/layout/CircleAccentTimeline"/>
    <dgm:cxn modelId="{95BF7AF1-ABC3-4FB7-9797-A17C6AD9A1D7}" type="presParOf" srcId="{14E8328A-4B5D-4ADE-B220-61FD76D158A3}" destId="{8A5A4446-B586-4D83-8C55-03E7FFA83138}" srcOrd="0" destOrd="0" presId="urn:microsoft.com/office/officeart/2008/layout/CircleAccentTimeline"/>
    <dgm:cxn modelId="{4705F857-8027-4B6C-9AB9-D2CA6A3E2B0E}" type="presParOf" srcId="{14E8328A-4B5D-4ADE-B220-61FD76D158A3}" destId="{2E133F74-0847-48D3-AFAC-A79077A9954C}" srcOrd="1" destOrd="0" presId="urn:microsoft.com/office/officeart/2008/layout/CircleAccentTimeline"/>
    <dgm:cxn modelId="{C3099239-EFF3-4607-ABBD-E03695E1B841}" type="presParOf" srcId="{14E8328A-4B5D-4ADE-B220-61FD76D158A3}" destId="{A27BB274-B173-4FAC-87AE-E9B6271DE4FF}" srcOrd="2" destOrd="0" presId="urn:microsoft.com/office/officeart/2008/layout/CircleAccentTimeline"/>
    <dgm:cxn modelId="{0341518E-C158-4BE2-9931-49514969567C}" type="presParOf" srcId="{800F6E1A-82F3-467F-9A78-49BA00FBF2D1}" destId="{1F790D40-0970-4FF5-ADF7-8681124300AB}" srcOrd="52" destOrd="0" presId="urn:microsoft.com/office/officeart/2008/layout/CircleAccentTimeline"/>
    <dgm:cxn modelId="{02901FEC-D414-4856-BD65-2CD3AF43C076}" type="presParOf" srcId="{800F6E1A-82F3-467F-9A78-49BA00FBF2D1}" destId="{D9A50A4C-C0C5-46D4-9017-032AB73AC073}" srcOrd="53" destOrd="0" presId="urn:microsoft.com/office/officeart/2008/layout/CircleAccentTimeline"/>
    <dgm:cxn modelId="{8ACDC71A-C74C-45A1-9D5D-C6623FEF7E62}" type="presParOf" srcId="{800F6E1A-82F3-467F-9A78-49BA00FBF2D1}" destId="{6768D4D1-A52C-4001-8185-1750C5600136}" srcOrd="54" destOrd="0" presId="urn:microsoft.com/office/officeart/2008/layout/CircleAccentTimeline"/>
    <dgm:cxn modelId="{D656D91C-65AC-469E-9439-D0B321B89A2B}" type="presParOf" srcId="{800F6E1A-82F3-467F-9A78-49BA00FBF2D1}" destId="{C2D0A8AD-2BD6-4084-B66D-45218B9D3379}" srcOrd="55" destOrd="0" presId="urn:microsoft.com/office/officeart/2008/layout/CircleAccentTimeline"/>
    <dgm:cxn modelId="{0383C4A1-4B93-42C3-B230-662BDAED5EC1}" type="presParOf" srcId="{C2D0A8AD-2BD6-4084-B66D-45218B9D3379}" destId="{1240B50C-B029-49A7-8C31-A3A7BF3AF9FE}" srcOrd="0" destOrd="0" presId="urn:microsoft.com/office/officeart/2008/layout/CircleAccentTimeline"/>
    <dgm:cxn modelId="{50E4DCF7-4F5E-43F7-989A-95A151DB9A85}" type="presParOf" srcId="{C2D0A8AD-2BD6-4084-B66D-45218B9D3379}" destId="{B8B285B3-8DEE-4F4F-A222-E862AC5C7640}" srcOrd="1" destOrd="0" presId="urn:microsoft.com/office/officeart/2008/layout/CircleAccentTimeline"/>
    <dgm:cxn modelId="{C158ADF9-F54B-421A-A936-6EA5A99D0B4A}" type="presParOf" srcId="{C2D0A8AD-2BD6-4084-B66D-45218B9D3379}" destId="{BFB2E442-5E4A-416A-AEEC-CC5C446D3632}" srcOrd="2" destOrd="0" presId="urn:microsoft.com/office/officeart/2008/layout/CircleAccentTimeline"/>
    <dgm:cxn modelId="{5F18CCD2-22F9-4662-8B77-EE778D42DC4E}" type="presParOf" srcId="{800F6E1A-82F3-467F-9A78-49BA00FBF2D1}" destId="{C2C3F1ED-EA24-495B-9132-0F582C0B0536}" srcOrd="56" destOrd="0" presId="urn:microsoft.com/office/officeart/2008/layout/CircleAccentTimeline"/>
    <dgm:cxn modelId="{C08DE0FE-4BED-4632-9B69-DDAA9378F01A}" type="presParOf" srcId="{800F6E1A-82F3-467F-9A78-49BA00FBF2D1}" destId="{44737B94-C251-4E09-88B6-4F6C4747441B}" srcOrd="57" destOrd="0" presId="urn:microsoft.com/office/officeart/2008/layout/CircleAccentTimeline"/>
    <dgm:cxn modelId="{5106BD32-8425-402A-AA05-533AF1AB4445}" type="presParOf" srcId="{800F6E1A-82F3-467F-9A78-49BA00FBF2D1}" destId="{451BBB6C-CD39-4072-AEA5-8AFE28481214}" srcOrd="58" destOrd="0" presId="urn:microsoft.com/office/officeart/2008/layout/CircleAccentTimeline"/>
    <dgm:cxn modelId="{FCBE4B0B-5F8C-490A-9AB5-6C4E92C3F687}" type="presParOf" srcId="{800F6E1A-82F3-467F-9A78-49BA00FBF2D1}" destId="{1015824A-D326-453A-8AA5-0C137623F99B}" srcOrd="59" destOrd="0" presId="urn:microsoft.com/office/officeart/2008/layout/CircleAccentTimeline"/>
    <dgm:cxn modelId="{39B5A2B9-4232-455F-90C6-014E3397D639}" type="presParOf" srcId="{1015824A-D326-453A-8AA5-0C137623F99B}" destId="{9CA971C2-70AB-4C1A-902F-C390A6B3838E}" srcOrd="0" destOrd="0" presId="urn:microsoft.com/office/officeart/2008/layout/CircleAccentTimeline"/>
    <dgm:cxn modelId="{1179D6FA-DAC1-4334-85A3-71FBAF8B5571}" type="presParOf" srcId="{1015824A-D326-453A-8AA5-0C137623F99B}" destId="{2F216F5F-79C9-4457-BA32-486A6B9EA75D}" srcOrd="1" destOrd="0" presId="urn:microsoft.com/office/officeart/2008/layout/CircleAccentTimeline"/>
    <dgm:cxn modelId="{E6CC9361-E01D-4D16-8147-5FEA54451A32}" type="presParOf" srcId="{1015824A-D326-453A-8AA5-0C137623F99B}" destId="{F230CF0F-7D3A-4085-9F01-4280CC7D41DD}" srcOrd="2" destOrd="0" presId="urn:microsoft.com/office/officeart/2008/layout/CircleAccentTimeline"/>
    <dgm:cxn modelId="{1A3AC76A-B596-4F71-B541-FE82C8C955EF}" type="presParOf" srcId="{800F6E1A-82F3-467F-9A78-49BA00FBF2D1}" destId="{CB85408A-C22D-4ABA-B9FB-77732FA663B0}" srcOrd="60" destOrd="0" presId="urn:microsoft.com/office/officeart/2008/layout/CircleAccentTimeline"/>
    <dgm:cxn modelId="{F53E66DB-A929-4371-A304-5835B834B349}" type="presParOf" srcId="{800F6E1A-82F3-467F-9A78-49BA00FBF2D1}" destId="{924CD6C9-DF3B-47C9-8ECB-D9ED9E6A2320}" srcOrd="61" destOrd="0" presId="urn:microsoft.com/office/officeart/2008/layout/CircleAccentTimeline"/>
    <dgm:cxn modelId="{E5565DCE-87CD-40A3-B6C7-1137A03B6065}" type="presParOf" srcId="{800F6E1A-82F3-467F-9A78-49BA00FBF2D1}" destId="{67CBC0FC-5E5D-43C5-B40E-1BCD431D0F50}" srcOrd="62" destOrd="0" presId="urn:microsoft.com/office/officeart/2008/layout/CircleAccentTimeline"/>
    <dgm:cxn modelId="{FD9C7ACC-EC5B-4308-A419-06AD8A272FBA}" type="presParOf" srcId="{800F6E1A-82F3-467F-9A78-49BA00FBF2D1}" destId="{66E68A7D-FE2B-45D8-BA6C-A653EEC854AB}" srcOrd="63" destOrd="0" presId="urn:microsoft.com/office/officeart/2008/layout/CircleAccentTimeline"/>
    <dgm:cxn modelId="{B4187367-DFC6-4FFE-9486-4C91244CFF91}" type="presParOf" srcId="{66E68A7D-FE2B-45D8-BA6C-A653EEC854AB}" destId="{EECB1507-9A15-438D-8C46-8C5DFC7542A3}" srcOrd="0" destOrd="0" presId="urn:microsoft.com/office/officeart/2008/layout/CircleAccentTimeline"/>
    <dgm:cxn modelId="{A055B1CB-FB5D-44F3-8230-593B4324ECFD}" type="presParOf" srcId="{66E68A7D-FE2B-45D8-BA6C-A653EEC854AB}" destId="{BC8141F7-AA21-4982-AFBF-4D364D2A4631}" srcOrd="1" destOrd="0" presId="urn:microsoft.com/office/officeart/2008/layout/CircleAccentTimeline"/>
    <dgm:cxn modelId="{97BB3809-97C8-4AF6-9E5D-F5FF8514D0F8}" type="presParOf" srcId="{66E68A7D-FE2B-45D8-BA6C-A653EEC854AB}" destId="{ED769D7E-85D6-485B-B6D4-975DC48FCC26}" srcOrd="2" destOrd="0" presId="urn:microsoft.com/office/officeart/2008/layout/CircleAccentTimeline"/>
    <dgm:cxn modelId="{D302E224-D8A5-4CE1-8BE4-F612DC6F8F5F}" type="presParOf" srcId="{800F6E1A-82F3-467F-9A78-49BA00FBF2D1}" destId="{DC2C64F4-EF0B-4760-9497-111533BB00FC}" srcOrd="64" destOrd="0" presId="urn:microsoft.com/office/officeart/2008/layout/CircleAccentTimeline"/>
    <dgm:cxn modelId="{73B9E949-BD6E-4ADE-B60F-06F297BD9B09}" type="presParOf" srcId="{800F6E1A-82F3-467F-9A78-49BA00FBF2D1}" destId="{FDD3C204-ADC7-4E9B-AAD2-0E374CC15925}" srcOrd="65" destOrd="0" presId="urn:microsoft.com/office/officeart/2008/layout/CircleAccentTimeline"/>
    <dgm:cxn modelId="{65DE5ADD-8489-4B5E-BEA7-D5E277C0EE7E}" type="presParOf" srcId="{800F6E1A-82F3-467F-9A78-49BA00FBF2D1}" destId="{C8050BB6-609F-4457-9EC0-97D6791AC0AE}" srcOrd="66" destOrd="0" presId="urn:microsoft.com/office/officeart/2008/layout/CircleAccentTimeline"/>
    <dgm:cxn modelId="{01D5E6BD-5443-4B91-B64A-76338575A3E2}" type="presParOf" srcId="{C8050BB6-609F-4457-9EC0-97D6791AC0AE}" destId="{5FC8A1DE-2B0C-4A25-86D3-037E9C8F4139}" srcOrd="0" destOrd="0" presId="urn:microsoft.com/office/officeart/2008/layout/CircleAccentTimeline"/>
    <dgm:cxn modelId="{743890F2-54D5-45B5-AFD9-957C816EE8DE}" type="presParOf" srcId="{C8050BB6-609F-4457-9EC0-97D6791AC0AE}" destId="{45831FC8-BD66-4D6D-A3C2-95EE787AEB6D}" srcOrd="1" destOrd="0" presId="urn:microsoft.com/office/officeart/2008/layout/CircleAccentTimeline"/>
    <dgm:cxn modelId="{CD903055-41BE-4F86-84C0-458F07710FF7}" type="presParOf" srcId="{C8050BB6-609F-4457-9EC0-97D6791AC0AE}" destId="{8724F86D-A491-40E7-B671-CCD3EDC8AF17}" srcOrd="2" destOrd="0" presId="urn:microsoft.com/office/officeart/2008/layout/CircleAccentTimeline"/>
    <dgm:cxn modelId="{4C3D253D-6F03-435B-A903-06198E0D1DFF}" type="presParOf" srcId="{800F6E1A-82F3-467F-9A78-49BA00FBF2D1}" destId="{BB9D7492-9588-4375-96CA-F7A76E685D38}" srcOrd="67" destOrd="0" presId="urn:microsoft.com/office/officeart/2008/layout/CircleAccentTimeline"/>
    <dgm:cxn modelId="{FB05211D-8C48-4B1E-9913-5B1ADDFA326C}" type="presParOf" srcId="{800F6E1A-82F3-467F-9A78-49BA00FBF2D1}" destId="{EF58BC54-061F-44B5-8AE3-A299AB085A62}" srcOrd="68" destOrd="0" presId="urn:microsoft.com/office/officeart/2008/layout/CircleAccentTimeline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254367-86C8-4678-A19D-55876972FF2F}">
      <dsp:nvSpPr>
        <dsp:cNvPr id="0" name=""/>
        <dsp:cNvSpPr/>
      </dsp:nvSpPr>
      <dsp:spPr>
        <a:xfrm>
          <a:off x="0" y="36526"/>
          <a:ext cx="5504145" cy="104870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 dirty="0"/>
            <a:t>TECNICATURA UNIV. EN PROGRAMACIÓN</a:t>
          </a:r>
          <a:endParaRPr lang="es-AR" sz="2900" kern="1200" dirty="0"/>
        </a:p>
      </dsp:txBody>
      <dsp:txXfrm>
        <a:off x="0" y="36526"/>
        <a:ext cx="5504145" cy="1048709"/>
      </dsp:txXfrm>
    </dsp:sp>
    <dsp:sp modelId="{A07CC6D5-FD70-4DB0-87BA-3CEC543ABA22}">
      <dsp:nvSpPr>
        <dsp:cNvPr id="0" name=""/>
        <dsp:cNvSpPr/>
      </dsp:nvSpPr>
      <dsp:spPr>
        <a:xfrm>
          <a:off x="0" y="1085236"/>
          <a:ext cx="5504145" cy="358222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s-AR" sz="2400" kern="1200" dirty="0"/>
            <a:t>TIPO APLICACIÓN: ESCRITORIO / WEB / MOBILE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s-ES" sz="2400" kern="1200" dirty="0"/>
            <a:t>METODOLOGÍA: PROCESO UNIFICADO / ICONIX / SCRUM / KANBAN</a:t>
          </a:r>
          <a:endParaRPr lang="es-A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s-AR" sz="2400" kern="1200" dirty="0"/>
            <a:t>PARADIGMA: ORIENTADO A OBJETOS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s-AR" sz="2400" kern="1200" dirty="0"/>
            <a:t>ITERACIONES: UNA ITERACION SOBRE UN REQUERIMIENTO CORE.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"/>
          </a:pPr>
          <a:r>
            <a:rPr lang="es-AR" sz="2400" kern="1200" dirty="0"/>
            <a:t>PUNTOS DE LA GUÍA REQUERIDOS: 1 AL 14, ANEXOS 15.1, y 15.2.</a:t>
          </a:r>
        </a:p>
      </dsp:txBody>
      <dsp:txXfrm>
        <a:off x="0" y="1085236"/>
        <a:ext cx="5504145" cy="35822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81EC3-732C-4495-ACF6-3AAC7B4C06B5}">
      <dsp:nvSpPr>
        <dsp:cNvPr id="0" name=""/>
        <dsp:cNvSpPr/>
      </dsp:nvSpPr>
      <dsp:spPr>
        <a:xfrm>
          <a:off x="2803" y="3056544"/>
          <a:ext cx="934805" cy="934805"/>
        </a:xfrm>
        <a:prstGeom prst="donut">
          <a:avLst>
            <a:gd name="adj" fmla="val 2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E555A-1B37-468E-919C-1B2C267839F9}">
      <dsp:nvSpPr>
        <dsp:cNvPr id="0" name=""/>
        <dsp:cNvSpPr/>
      </dsp:nvSpPr>
      <dsp:spPr>
        <a:xfrm rot="17700000">
          <a:off x="332187" y="2294486"/>
          <a:ext cx="1162067" cy="560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INICIO DEL PROYECTO</a:t>
          </a:r>
          <a:endParaRPr lang="es-AR" sz="1800" kern="1200" dirty="0"/>
        </a:p>
      </dsp:txBody>
      <dsp:txXfrm>
        <a:off x="332187" y="2294486"/>
        <a:ext cx="1162067" cy="560026"/>
      </dsp:txXfrm>
    </dsp:sp>
    <dsp:sp modelId="{BDF079DD-1477-4C6A-BDAE-F02B5F6D1993}">
      <dsp:nvSpPr>
        <dsp:cNvPr id="0" name=""/>
        <dsp:cNvSpPr/>
      </dsp:nvSpPr>
      <dsp:spPr>
        <a:xfrm>
          <a:off x="1008022" y="3281335"/>
          <a:ext cx="485223" cy="48522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68DE1-AF4D-4047-92FF-988E8BDEA187}">
      <dsp:nvSpPr>
        <dsp:cNvPr id="0" name=""/>
        <dsp:cNvSpPr/>
      </dsp:nvSpPr>
      <dsp:spPr>
        <a:xfrm rot="17700000">
          <a:off x="433341" y="3956689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NOMBRE DEL PROYECTO</a:t>
          </a:r>
          <a:endParaRPr lang="es-AR" sz="1100" kern="1200" dirty="0"/>
        </a:p>
      </dsp:txBody>
      <dsp:txXfrm>
        <a:off x="433341" y="3956689"/>
        <a:ext cx="1005242" cy="484690"/>
      </dsp:txXfrm>
    </dsp:sp>
    <dsp:sp modelId="{E77F0C94-E9A0-42B5-9B99-A5B9FB331ECF}">
      <dsp:nvSpPr>
        <dsp:cNvPr id="0" name=""/>
        <dsp:cNvSpPr/>
      </dsp:nvSpPr>
      <dsp:spPr>
        <a:xfrm rot="17700000">
          <a:off x="1062683" y="2606514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6C1CA5-2159-475A-A2E4-1EF3948094EF}">
      <dsp:nvSpPr>
        <dsp:cNvPr id="0" name=""/>
        <dsp:cNvSpPr/>
      </dsp:nvSpPr>
      <dsp:spPr>
        <a:xfrm>
          <a:off x="1563583" y="3281335"/>
          <a:ext cx="485223" cy="485223"/>
        </a:xfrm>
        <a:prstGeom prst="ellipse">
          <a:avLst/>
        </a:prstGeom>
        <a:solidFill>
          <a:schemeClr val="accent4">
            <a:hueOff val="700064"/>
            <a:satOff val="-2913"/>
            <a:lumOff val="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69FBDA-09C1-4172-A9AD-A50DBC7B68A6}">
      <dsp:nvSpPr>
        <dsp:cNvPr id="0" name=""/>
        <dsp:cNvSpPr/>
      </dsp:nvSpPr>
      <dsp:spPr>
        <a:xfrm rot="17700000">
          <a:off x="1599813" y="2524869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DESCRIPCIÓN DEL PROYECTO</a:t>
          </a:r>
          <a:endParaRPr lang="es-AR" sz="1100" kern="1200" dirty="0"/>
        </a:p>
      </dsp:txBody>
      <dsp:txXfrm>
        <a:off x="1599813" y="2524869"/>
        <a:ext cx="1005242" cy="484690"/>
      </dsp:txXfrm>
    </dsp:sp>
    <dsp:sp modelId="{54385A52-C691-48CD-ADD1-CC47439BF10E}">
      <dsp:nvSpPr>
        <dsp:cNvPr id="0" name=""/>
        <dsp:cNvSpPr/>
      </dsp:nvSpPr>
      <dsp:spPr>
        <a:xfrm rot="17700000">
          <a:off x="1618245" y="2606514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12A0ED-C3A0-4485-80A0-B23B5B0F9128}">
      <dsp:nvSpPr>
        <dsp:cNvPr id="0" name=""/>
        <dsp:cNvSpPr/>
      </dsp:nvSpPr>
      <dsp:spPr>
        <a:xfrm>
          <a:off x="2119145" y="3281335"/>
          <a:ext cx="485223" cy="485223"/>
        </a:xfrm>
        <a:prstGeom prst="ellipse">
          <a:avLst/>
        </a:prstGeom>
        <a:solidFill>
          <a:schemeClr val="accent4">
            <a:hueOff val="1400127"/>
            <a:satOff val="-5825"/>
            <a:lumOff val="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12C70-CB3A-490B-AB11-6AC48F956E90}">
      <dsp:nvSpPr>
        <dsp:cNvPr id="0" name=""/>
        <dsp:cNvSpPr/>
      </dsp:nvSpPr>
      <dsp:spPr>
        <a:xfrm rot="17700000">
          <a:off x="1544464" y="3956689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OBJETIVOS DEL PROYECTO</a:t>
          </a:r>
          <a:endParaRPr lang="es-AR" sz="1100" kern="1200" dirty="0"/>
        </a:p>
      </dsp:txBody>
      <dsp:txXfrm>
        <a:off x="1544464" y="3956689"/>
        <a:ext cx="1005242" cy="484690"/>
      </dsp:txXfrm>
    </dsp:sp>
    <dsp:sp modelId="{BF3A42C1-93B1-4426-A9AD-213C05248719}">
      <dsp:nvSpPr>
        <dsp:cNvPr id="0" name=""/>
        <dsp:cNvSpPr/>
      </dsp:nvSpPr>
      <dsp:spPr>
        <a:xfrm rot="17700000">
          <a:off x="2173806" y="2606514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2C3150-41EE-4F81-89B9-BB3515EF192D}">
      <dsp:nvSpPr>
        <dsp:cNvPr id="0" name=""/>
        <dsp:cNvSpPr/>
      </dsp:nvSpPr>
      <dsp:spPr>
        <a:xfrm>
          <a:off x="2745369" y="3299072"/>
          <a:ext cx="485223" cy="485223"/>
        </a:xfrm>
        <a:prstGeom prst="ellipse">
          <a:avLst/>
        </a:prstGeom>
        <a:solidFill>
          <a:schemeClr val="accent4">
            <a:hueOff val="2100191"/>
            <a:satOff val="-8738"/>
            <a:lumOff val="2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CAC57-5CF7-4644-AFAC-4B093D83D6A7}">
      <dsp:nvSpPr>
        <dsp:cNvPr id="0" name=""/>
        <dsp:cNvSpPr/>
      </dsp:nvSpPr>
      <dsp:spPr>
        <a:xfrm rot="17700000">
          <a:off x="2611929" y="2445451"/>
          <a:ext cx="1172771" cy="5835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DEFINICIÓN DE REQUERIMIENTOS</a:t>
          </a:r>
          <a:endParaRPr lang="es-AR" sz="1100" kern="1200" dirty="0"/>
        </a:p>
      </dsp:txBody>
      <dsp:txXfrm>
        <a:off x="2611929" y="2445451"/>
        <a:ext cx="1172771" cy="583567"/>
      </dsp:txXfrm>
    </dsp:sp>
    <dsp:sp modelId="{A6F34F1A-55A6-4DE8-B893-5437AA5E8EDB}">
      <dsp:nvSpPr>
        <dsp:cNvPr id="0" name=""/>
        <dsp:cNvSpPr/>
      </dsp:nvSpPr>
      <dsp:spPr>
        <a:xfrm rot="17700000">
          <a:off x="2809575" y="2509704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FF4C9A-C46E-4505-B310-5F04020150A6}">
      <dsp:nvSpPr>
        <dsp:cNvPr id="0" name=""/>
        <dsp:cNvSpPr/>
      </dsp:nvSpPr>
      <dsp:spPr>
        <a:xfrm>
          <a:off x="3310475" y="3281335"/>
          <a:ext cx="485223" cy="485223"/>
        </a:xfrm>
        <a:prstGeom prst="ellipse">
          <a:avLst/>
        </a:prstGeom>
        <a:solidFill>
          <a:schemeClr val="accent4">
            <a:hueOff val="2800255"/>
            <a:satOff val="-11651"/>
            <a:lumOff val="274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0C857-8AAE-4C4B-B050-7B04783D0EA6}">
      <dsp:nvSpPr>
        <dsp:cNvPr id="0" name=""/>
        <dsp:cNvSpPr/>
      </dsp:nvSpPr>
      <dsp:spPr>
        <a:xfrm rot="17700000">
          <a:off x="2735794" y="3956689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/>
            <a:t>ALCANCE</a:t>
          </a:r>
          <a:endParaRPr lang="es-AR" sz="1100" kern="1200" dirty="0"/>
        </a:p>
      </dsp:txBody>
      <dsp:txXfrm>
        <a:off x="2735794" y="3956689"/>
        <a:ext cx="1005242" cy="484690"/>
      </dsp:txXfrm>
    </dsp:sp>
    <dsp:sp modelId="{C2046C3C-3C18-4370-AAA2-5D34851942A5}">
      <dsp:nvSpPr>
        <dsp:cNvPr id="0" name=""/>
        <dsp:cNvSpPr/>
      </dsp:nvSpPr>
      <dsp:spPr>
        <a:xfrm rot="17700000">
          <a:off x="3365136" y="2606514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487D9C-5206-4F25-AB86-DB160A2F0056}">
      <dsp:nvSpPr>
        <dsp:cNvPr id="0" name=""/>
        <dsp:cNvSpPr/>
      </dsp:nvSpPr>
      <dsp:spPr>
        <a:xfrm>
          <a:off x="3866037" y="3281335"/>
          <a:ext cx="485223" cy="485223"/>
        </a:xfrm>
        <a:prstGeom prst="ellipse">
          <a:avLst/>
        </a:prstGeom>
        <a:solidFill>
          <a:schemeClr val="accent4">
            <a:hueOff val="3500318"/>
            <a:satOff val="-14563"/>
            <a:lumOff val="34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D02C08-8EE1-44B8-9DA5-9837346F78DD}">
      <dsp:nvSpPr>
        <dsp:cNvPr id="0" name=""/>
        <dsp:cNvSpPr/>
      </dsp:nvSpPr>
      <dsp:spPr>
        <a:xfrm rot="17700000">
          <a:off x="3892718" y="2524869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REGISTRO DE INTERESADOS</a:t>
          </a:r>
          <a:endParaRPr lang="es-AR" sz="1100" kern="1200" dirty="0"/>
        </a:p>
      </dsp:txBody>
      <dsp:txXfrm>
        <a:off x="3892718" y="2524869"/>
        <a:ext cx="1005242" cy="484690"/>
      </dsp:txXfrm>
    </dsp:sp>
    <dsp:sp modelId="{463DDF63-7F1B-4582-B1B0-52B52D885068}">
      <dsp:nvSpPr>
        <dsp:cNvPr id="0" name=""/>
        <dsp:cNvSpPr/>
      </dsp:nvSpPr>
      <dsp:spPr>
        <a:xfrm rot="17700000">
          <a:off x="3920698" y="2606514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01A33E-B046-429F-BCD6-997A1481A304}">
      <dsp:nvSpPr>
        <dsp:cNvPr id="0" name=""/>
        <dsp:cNvSpPr/>
      </dsp:nvSpPr>
      <dsp:spPr>
        <a:xfrm>
          <a:off x="4421598" y="3281335"/>
          <a:ext cx="485223" cy="485223"/>
        </a:xfrm>
        <a:prstGeom prst="ellipse">
          <a:avLst/>
        </a:prstGeom>
        <a:solidFill>
          <a:schemeClr val="accent4">
            <a:hueOff val="4200382"/>
            <a:satOff val="-17476"/>
            <a:lumOff val="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78B13-6447-4EFA-AF03-FBB2B95E98B5}">
      <dsp:nvSpPr>
        <dsp:cNvPr id="0" name=""/>
        <dsp:cNvSpPr/>
      </dsp:nvSpPr>
      <dsp:spPr>
        <a:xfrm rot="17700000">
          <a:off x="3846918" y="3956689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CRONOGRAMA DE HITOS DEL PROYECTO</a:t>
          </a:r>
          <a:endParaRPr lang="es-AR" sz="1100" kern="1200" dirty="0"/>
        </a:p>
      </dsp:txBody>
      <dsp:txXfrm>
        <a:off x="3846918" y="3956689"/>
        <a:ext cx="1005242" cy="484690"/>
      </dsp:txXfrm>
    </dsp:sp>
    <dsp:sp modelId="{D09B99D0-C5E0-48CB-B651-DFD855C6F69C}">
      <dsp:nvSpPr>
        <dsp:cNvPr id="0" name=""/>
        <dsp:cNvSpPr/>
      </dsp:nvSpPr>
      <dsp:spPr>
        <a:xfrm rot="17700000">
          <a:off x="4476259" y="2606514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E7A5FB-7376-4786-AEC2-EDE5480FCD25}">
      <dsp:nvSpPr>
        <dsp:cNvPr id="0" name=""/>
        <dsp:cNvSpPr/>
      </dsp:nvSpPr>
      <dsp:spPr>
        <a:xfrm>
          <a:off x="4977160" y="3281335"/>
          <a:ext cx="485223" cy="485223"/>
        </a:xfrm>
        <a:prstGeom prst="ellipse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B1BF00-84CA-4BAA-A8F3-86F0F883F6AA}">
      <dsp:nvSpPr>
        <dsp:cNvPr id="0" name=""/>
        <dsp:cNvSpPr/>
      </dsp:nvSpPr>
      <dsp:spPr>
        <a:xfrm rot="17700000">
          <a:off x="5055515" y="2532077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CRITERIOS DE ACEPTACIÓN DEL PRODUCTO</a:t>
          </a:r>
          <a:endParaRPr lang="es-AR" sz="1100" kern="1200" dirty="0"/>
        </a:p>
      </dsp:txBody>
      <dsp:txXfrm>
        <a:off x="5055515" y="2532077"/>
        <a:ext cx="1005242" cy="484690"/>
      </dsp:txXfrm>
    </dsp:sp>
    <dsp:sp modelId="{34751F20-B08C-4538-B503-B7B88F78B0B2}">
      <dsp:nvSpPr>
        <dsp:cNvPr id="0" name=""/>
        <dsp:cNvSpPr/>
      </dsp:nvSpPr>
      <dsp:spPr>
        <a:xfrm rot="17700000">
          <a:off x="5031821" y="2606514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7844AF-9AD9-4D16-AA63-E88E85739FAF}">
      <dsp:nvSpPr>
        <dsp:cNvPr id="0" name=""/>
        <dsp:cNvSpPr/>
      </dsp:nvSpPr>
      <dsp:spPr>
        <a:xfrm>
          <a:off x="5532721" y="3281335"/>
          <a:ext cx="485223" cy="485223"/>
        </a:xfrm>
        <a:prstGeom prst="ellipse">
          <a:avLst/>
        </a:prstGeom>
        <a:solidFill>
          <a:schemeClr val="accent4">
            <a:hueOff val="5600509"/>
            <a:satOff val="-23301"/>
            <a:lumOff val="5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A9DD88-9D57-4D93-BEAE-004CE0A393A9}">
      <dsp:nvSpPr>
        <dsp:cNvPr id="0" name=""/>
        <dsp:cNvSpPr/>
      </dsp:nvSpPr>
      <dsp:spPr>
        <a:xfrm rot="17700000">
          <a:off x="4958041" y="3956689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SUPUESTOS DEL PROYECTO</a:t>
          </a:r>
          <a:endParaRPr lang="es-AR" sz="1100" kern="1200" dirty="0"/>
        </a:p>
      </dsp:txBody>
      <dsp:txXfrm>
        <a:off x="4958041" y="3956689"/>
        <a:ext cx="1005242" cy="484690"/>
      </dsp:txXfrm>
    </dsp:sp>
    <dsp:sp modelId="{C41FC00F-F77B-4546-A8B2-57D9DAB647E1}">
      <dsp:nvSpPr>
        <dsp:cNvPr id="0" name=""/>
        <dsp:cNvSpPr/>
      </dsp:nvSpPr>
      <dsp:spPr>
        <a:xfrm rot="17700000">
          <a:off x="5587382" y="2606514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880539-D5BD-4849-A784-5B39BE44C2CF}">
      <dsp:nvSpPr>
        <dsp:cNvPr id="0" name=""/>
        <dsp:cNvSpPr/>
      </dsp:nvSpPr>
      <dsp:spPr>
        <a:xfrm>
          <a:off x="6088283" y="3281335"/>
          <a:ext cx="485223" cy="485223"/>
        </a:xfrm>
        <a:prstGeom prst="ellipse">
          <a:avLst/>
        </a:prstGeom>
        <a:solidFill>
          <a:schemeClr val="accent4">
            <a:hueOff val="6300572"/>
            <a:satOff val="-26214"/>
            <a:lumOff val="6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F20F0-AD04-4CC9-AE46-E63170BA8963}">
      <dsp:nvSpPr>
        <dsp:cNvPr id="0" name=""/>
        <dsp:cNvSpPr/>
      </dsp:nvSpPr>
      <dsp:spPr>
        <a:xfrm rot="17700000">
          <a:off x="6115629" y="2552476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RESTRICCIONES DEL PROYECTO</a:t>
          </a:r>
          <a:endParaRPr lang="es-AR" sz="1100" kern="1200" dirty="0"/>
        </a:p>
      </dsp:txBody>
      <dsp:txXfrm>
        <a:off x="6115629" y="2552476"/>
        <a:ext cx="1005242" cy="484690"/>
      </dsp:txXfrm>
    </dsp:sp>
    <dsp:sp modelId="{BBE2A434-BE42-4678-9BF5-D7EBFDE09821}">
      <dsp:nvSpPr>
        <dsp:cNvPr id="0" name=""/>
        <dsp:cNvSpPr/>
      </dsp:nvSpPr>
      <dsp:spPr>
        <a:xfrm rot="17700000">
          <a:off x="6142944" y="2606514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0676CD-9C38-492C-994E-D67EF3710B64}">
      <dsp:nvSpPr>
        <dsp:cNvPr id="0" name=""/>
        <dsp:cNvSpPr/>
      </dsp:nvSpPr>
      <dsp:spPr>
        <a:xfrm>
          <a:off x="6643919" y="3056544"/>
          <a:ext cx="934805" cy="934805"/>
        </a:xfrm>
        <a:prstGeom prst="donut">
          <a:avLst>
            <a:gd name="adj" fmla="val 2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F691E-FA34-4591-942E-3EE0F76C6648}">
      <dsp:nvSpPr>
        <dsp:cNvPr id="0" name=""/>
        <dsp:cNvSpPr/>
      </dsp:nvSpPr>
      <dsp:spPr>
        <a:xfrm rot="17700000">
          <a:off x="6095783" y="4243400"/>
          <a:ext cx="1162067" cy="560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LANZAMIENTO DEL PROYECTO</a:t>
          </a:r>
          <a:endParaRPr lang="es-AR" sz="1800" kern="1200" dirty="0"/>
        </a:p>
      </dsp:txBody>
      <dsp:txXfrm>
        <a:off x="6095783" y="4243400"/>
        <a:ext cx="1162067" cy="560026"/>
      </dsp:txXfrm>
    </dsp:sp>
    <dsp:sp modelId="{CCA52891-B990-45CE-8D82-4A56D5409D2E}">
      <dsp:nvSpPr>
        <dsp:cNvPr id="0" name=""/>
        <dsp:cNvSpPr/>
      </dsp:nvSpPr>
      <dsp:spPr>
        <a:xfrm>
          <a:off x="7649138" y="3281335"/>
          <a:ext cx="485223" cy="485223"/>
        </a:xfrm>
        <a:prstGeom prst="ellipse">
          <a:avLst/>
        </a:prstGeom>
        <a:solidFill>
          <a:schemeClr val="accent4">
            <a:hueOff val="7000636"/>
            <a:satOff val="-29126"/>
            <a:lumOff val="68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6DD133-EC71-41E8-B12B-70869E907963}">
      <dsp:nvSpPr>
        <dsp:cNvPr id="0" name=""/>
        <dsp:cNvSpPr/>
      </dsp:nvSpPr>
      <dsp:spPr>
        <a:xfrm rot="17700000">
          <a:off x="7728798" y="2562809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ITERACIONES DEL PROYECTO</a:t>
          </a:r>
          <a:endParaRPr lang="es-AR" sz="1100" kern="1200" dirty="0"/>
        </a:p>
      </dsp:txBody>
      <dsp:txXfrm>
        <a:off x="7728798" y="2562809"/>
        <a:ext cx="1005242" cy="484690"/>
      </dsp:txXfrm>
    </dsp:sp>
    <dsp:sp modelId="{1F6B2C9B-4EF6-4022-A23E-E2D769D53FCF}">
      <dsp:nvSpPr>
        <dsp:cNvPr id="0" name=""/>
        <dsp:cNvSpPr/>
      </dsp:nvSpPr>
      <dsp:spPr>
        <a:xfrm rot="17700000">
          <a:off x="7703799" y="2606514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5A4446-B586-4D83-8C55-03E7FFA83138}">
      <dsp:nvSpPr>
        <dsp:cNvPr id="0" name=""/>
        <dsp:cNvSpPr/>
      </dsp:nvSpPr>
      <dsp:spPr>
        <a:xfrm>
          <a:off x="8204699" y="3281335"/>
          <a:ext cx="485223" cy="485223"/>
        </a:xfrm>
        <a:prstGeom prst="ellipse">
          <a:avLst/>
        </a:prstGeom>
        <a:solidFill>
          <a:schemeClr val="accent4">
            <a:hueOff val="7700699"/>
            <a:satOff val="-32039"/>
            <a:lumOff val="7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133F74-0847-48D3-AFAC-A79077A9954C}">
      <dsp:nvSpPr>
        <dsp:cNvPr id="0" name=""/>
        <dsp:cNvSpPr/>
      </dsp:nvSpPr>
      <dsp:spPr>
        <a:xfrm rot="17700000">
          <a:off x="7630018" y="3956689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REPORTES / INDICADORES / ESTADÍSTICAS</a:t>
          </a:r>
          <a:endParaRPr lang="es-AR" sz="1100" kern="1200" dirty="0"/>
        </a:p>
      </dsp:txBody>
      <dsp:txXfrm>
        <a:off x="7630018" y="3956689"/>
        <a:ext cx="1005242" cy="484690"/>
      </dsp:txXfrm>
    </dsp:sp>
    <dsp:sp modelId="{A27BB274-B173-4FAC-87AE-E9B6271DE4FF}">
      <dsp:nvSpPr>
        <dsp:cNvPr id="0" name=""/>
        <dsp:cNvSpPr/>
      </dsp:nvSpPr>
      <dsp:spPr>
        <a:xfrm rot="17700000">
          <a:off x="8259360" y="2606514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40B50C-B029-49A7-8C31-A3A7BF3AF9FE}">
      <dsp:nvSpPr>
        <dsp:cNvPr id="0" name=""/>
        <dsp:cNvSpPr/>
      </dsp:nvSpPr>
      <dsp:spPr>
        <a:xfrm>
          <a:off x="8760261" y="3281335"/>
          <a:ext cx="485223" cy="485223"/>
        </a:xfrm>
        <a:prstGeom prst="ellipse">
          <a:avLst/>
        </a:prstGeom>
        <a:solidFill>
          <a:schemeClr val="accent4">
            <a:hueOff val="8400764"/>
            <a:satOff val="-34952"/>
            <a:lumOff val="82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285B3-8DEE-4F4F-A222-E862AC5C7640}">
      <dsp:nvSpPr>
        <dsp:cNvPr id="0" name=""/>
        <dsp:cNvSpPr/>
      </dsp:nvSpPr>
      <dsp:spPr>
        <a:xfrm rot="17700000">
          <a:off x="8800267" y="2562809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MANUALES E INSTRUCTIVOS</a:t>
          </a:r>
          <a:endParaRPr lang="es-AR" sz="1100" kern="1200" dirty="0"/>
        </a:p>
      </dsp:txBody>
      <dsp:txXfrm>
        <a:off x="8800267" y="2562809"/>
        <a:ext cx="1005242" cy="484690"/>
      </dsp:txXfrm>
    </dsp:sp>
    <dsp:sp modelId="{BFB2E442-5E4A-416A-AEEC-CC5C446D3632}">
      <dsp:nvSpPr>
        <dsp:cNvPr id="0" name=""/>
        <dsp:cNvSpPr/>
      </dsp:nvSpPr>
      <dsp:spPr>
        <a:xfrm rot="17700000">
          <a:off x="8814922" y="2606514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A971C2-70AB-4C1A-902F-C390A6B3838E}">
      <dsp:nvSpPr>
        <dsp:cNvPr id="0" name=""/>
        <dsp:cNvSpPr/>
      </dsp:nvSpPr>
      <dsp:spPr>
        <a:xfrm>
          <a:off x="9315822" y="3281335"/>
          <a:ext cx="485223" cy="485223"/>
        </a:xfrm>
        <a:prstGeom prst="ellipse">
          <a:avLst/>
        </a:prstGeom>
        <a:solidFill>
          <a:schemeClr val="accent4">
            <a:hueOff val="9100827"/>
            <a:satOff val="-37864"/>
            <a:lumOff val="8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216F5F-79C9-4457-BA32-486A6B9EA75D}">
      <dsp:nvSpPr>
        <dsp:cNvPr id="0" name=""/>
        <dsp:cNvSpPr/>
      </dsp:nvSpPr>
      <dsp:spPr>
        <a:xfrm rot="17700000">
          <a:off x="8741142" y="3956689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ARQUITECTURA DEL SOFTWARE</a:t>
          </a:r>
          <a:endParaRPr lang="es-AR" sz="1100" kern="1200" dirty="0"/>
        </a:p>
      </dsp:txBody>
      <dsp:txXfrm>
        <a:off x="8741142" y="3956689"/>
        <a:ext cx="1005242" cy="484690"/>
      </dsp:txXfrm>
    </dsp:sp>
    <dsp:sp modelId="{F230CF0F-7D3A-4085-9F01-4280CC7D41DD}">
      <dsp:nvSpPr>
        <dsp:cNvPr id="0" name=""/>
        <dsp:cNvSpPr/>
      </dsp:nvSpPr>
      <dsp:spPr>
        <a:xfrm rot="17700000">
          <a:off x="9370483" y="2606514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CB1507-9A15-438D-8C46-8C5DFC7542A3}">
      <dsp:nvSpPr>
        <dsp:cNvPr id="0" name=""/>
        <dsp:cNvSpPr/>
      </dsp:nvSpPr>
      <dsp:spPr>
        <a:xfrm>
          <a:off x="9871384" y="3281335"/>
          <a:ext cx="485223" cy="485223"/>
        </a:xfrm>
        <a:prstGeom prst="ellipse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8141F7-AA21-4982-AFBF-4D364D2A4631}">
      <dsp:nvSpPr>
        <dsp:cNvPr id="0" name=""/>
        <dsp:cNvSpPr/>
      </dsp:nvSpPr>
      <dsp:spPr>
        <a:xfrm rot="17700000">
          <a:off x="9960964" y="2493445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794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AR" sz="1100" b="1" kern="1200" dirty="0"/>
            <a:t>SEGURIDAD</a:t>
          </a:r>
          <a:endParaRPr lang="es-AR" sz="1100" kern="1200" dirty="0"/>
        </a:p>
      </dsp:txBody>
      <dsp:txXfrm>
        <a:off x="9960964" y="2493445"/>
        <a:ext cx="1005242" cy="484690"/>
      </dsp:txXfrm>
    </dsp:sp>
    <dsp:sp modelId="{ED769D7E-85D6-485B-B6D4-975DC48FCC26}">
      <dsp:nvSpPr>
        <dsp:cNvPr id="0" name=""/>
        <dsp:cNvSpPr/>
      </dsp:nvSpPr>
      <dsp:spPr>
        <a:xfrm rot="17700000">
          <a:off x="9926045" y="2606514"/>
          <a:ext cx="1005242" cy="48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C8A1DE-2B0C-4A25-86D3-037E9C8F4139}">
      <dsp:nvSpPr>
        <dsp:cNvPr id="0" name=""/>
        <dsp:cNvSpPr/>
      </dsp:nvSpPr>
      <dsp:spPr>
        <a:xfrm>
          <a:off x="10427020" y="3056544"/>
          <a:ext cx="934805" cy="934805"/>
        </a:xfrm>
        <a:prstGeom prst="donut">
          <a:avLst>
            <a:gd name="adj" fmla="val 20000"/>
          </a:avLst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831FC8-BD66-4D6D-A3C2-95EE787AEB6D}">
      <dsp:nvSpPr>
        <dsp:cNvPr id="0" name=""/>
        <dsp:cNvSpPr/>
      </dsp:nvSpPr>
      <dsp:spPr>
        <a:xfrm rot="17700000">
          <a:off x="10756403" y="2294486"/>
          <a:ext cx="1162067" cy="5600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PROYECTO FINAL TUP</a:t>
          </a:r>
          <a:endParaRPr lang="es-AR" sz="2000" kern="1200" dirty="0"/>
        </a:p>
      </dsp:txBody>
      <dsp:txXfrm>
        <a:off x="10756403" y="2294486"/>
        <a:ext cx="1162067" cy="5600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B65D3-DBBE-4C04-935E-8BE53838A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1C95E3-AB48-4CA2-A567-81DC6D9D8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DCB072-769F-46E9-A38D-1E9A37EF2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8D8C-F0F2-469B-855B-29DC31ADAC5C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E825F2-4500-4AEE-99C5-C67B9F6C9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461D33-EA6D-4D57-909B-4C3A9C2D1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5D652-EC4D-433F-BC0B-F882591808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7179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4BEAA-2E28-4057-9ADD-472D428DB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13B9F8-EDD4-4AE5-9C4E-CFBFA2B85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AF09DC-9231-4F8B-A600-52BFDBEF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8D8C-F0F2-469B-855B-29DC31ADAC5C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B9E870-737B-4BFB-81D1-49CD22997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7F7B3E-30CB-41C1-A631-CCC9AEBDF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5D652-EC4D-433F-BC0B-F882591808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8892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8C2A2-DE2D-42CD-A7B0-5B9351E53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B03275-979B-4CF8-BA62-B3F1A58C1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267D16-C1FD-4649-BA1C-DAE2D3472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8D8C-F0F2-469B-855B-29DC31ADAC5C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0555B3-DF2A-4286-9636-42F059DB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A5D6B5-762A-440E-9125-A9130ECF9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5D652-EC4D-433F-BC0B-F882591808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39579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C9BAC-7388-4428-8E44-B4A34085F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689095-D5D1-4DCF-B152-3B5AD33B0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BBFB7A-0F5E-409D-903F-98BB9B6A5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3A94CE-7847-467A-8BDA-DCD7A64F2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8D8C-F0F2-469B-855B-29DC31ADAC5C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D2639E-24F1-4311-A54A-09AE35866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5C427E-3AC6-49B8-8EC6-7A99B8DB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5D652-EC4D-433F-BC0B-F882591808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00511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6ED78-4374-4C33-9035-01D0B751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4E1203-F240-4CEB-A75C-D78EC131F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1998BB-D656-4FB2-9698-522CECE35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E5D735D-FA3C-4A50-BEC0-C655CE2CD2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02A552D-D9FE-463C-A558-254E75ED5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B351FE5-7F79-4B85-B12C-30376B77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8D8C-F0F2-469B-855B-29DC31ADAC5C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11FAF57-24E1-4E72-9308-5F88E6A1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58A7487-1837-48E1-AD0D-A6EA536C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5D652-EC4D-433F-BC0B-F882591808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61351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13FA3-F9D3-42C0-9610-3169C65FE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85D09A-4B5B-4F4C-AEB0-ADA7304B9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8D8C-F0F2-469B-855B-29DC31ADAC5C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F2016B-9820-44D0-BC20-99F3DFFB7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DECB74E-033F-43A5-93A6-A9848073C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5D652-EC4D-433F-BC0B-F882591808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1027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1D08DE9-3189-477F-AFC8-1071F55C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8D8C-F0F2-469B-855B-29DC31ADAC5C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5E3D7AF-16EC-4390-8BAC-F93D43F59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0AC30B-1A84-422A-9531-F1C622BA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5D652-EC4D-433F-BC0B-F882591808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9246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25910-D951-4922-A30F-1BBE118C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F1B8B8-A8F7-418B-B553-403B9F356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D5B1BC5-6E7D-4552-AE28-7B820E547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915877-4BAB-49F2-89AF-ECECCB374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8D8C-F0F2-469B-855B-29DC31ADAC5C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AB73E2-0BF1-4E8B-ADCF-C5C89AB7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821286-68D9-49EF-B545-4BC049F60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5D652-EC4D-433F-BC0B-F882591808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6856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2D15F-357E-40B3-B35B-A5F7D226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32BC820-A8E4-44E2-94E7-1B232784A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7FFF33-CB8F-4777-B754-7A2AB99C0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0AB302-AA47-45A4-A804-B8AA348F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8D8C-F0F2-469B-855B-29DC31ADAC5C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4E05EA-B3C1-42A6-A792-5AB307B96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7179BC-A1FE-4007-A83A-B6258E3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5D652-EC4D-433F-BC0B-F882591808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98037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1FB93-23E4-402B-A389-C773ADF1B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66B16B-B863-4653-925A-2C4C0ADB9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F931B9-1523-4800-B777-2DAC7DF9A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8D8C-F0F2-469B-855B-29DC31ADAC5C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C64064-93FE-4704-91EC-FB966E2C3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93E0D9-8B7C-4CA0-BCE7-0D2C6DB05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5D652-EC4D-433F-BC0B-F882591808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8661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1CB0A7-5C70-4144-9CBA-840A304BA4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FA7DDE5-3EFA-442C-BEE0-8E83CD731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5F9581-3118-4275-89A7-3E96920D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8D8C-F0F2-469B-855B-29DC31ADAC5C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5CD602-AC62-46D2-95A8-526EA6597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FA8C8A-3585-4F70-91EB-7019755DC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5D652-EC4D-433F-BC0B-F882591808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55453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A75D8A8-2C03-4E7A-8433-69CB89C2B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2DAC1C-0706-4DC1-9A80-A5C8C892B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B88A37-4434-48E7-8EE6-25C3C91108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48D8C-F0F2-469B-855B-29DC31ADAC5C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558EF0-7473-496A-A07B-A5EC929E1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721D0B-1622-4137-822A-72537ED1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5D652-EC4D-433F-BC0B-F882591808C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114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2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reeform: Shape 84">
            <a:extLst>
              <a:ext uri="{FF2B5EF4-FFF2-40B4-BE49-F238E27FC236}">
                <a16:creationId xmlns:a16="http://schemas.microsoft.com/office/drawing/2014/main" id="{AB8B8498-A488-40AF-99EB-F622ED9AD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8896786" cy="6858478"/>
          </a:xfrm>
          <a:custGeom>
            <a:avLst/>
            <a:gdLst>
              <a:gd name="connsiteX0" fmla="*/ 1472231 w 8896786"/>
              <a:gd name="connsiteY0" fmla="*/ 6858478 h 6858478"/>
              <a:gd name="connsiteX1" fmla="*/ 8896786 w 8896786"/>
              <a:gd name="connsiteY1" fmla="*/ 6858478 h 6858478"/>
              <a:gd name="connsiteX2" fmla="*/ 5720411 w 8896786"/>
              <a:gd name="connsiteY2" fmla="*/ 0 h 6858478"/>
              <a:gd name="connsiteX3" fmla="*/ 5714834 w 8896786"/>
              <a:gd name="connsiteY3" fmla="*/ 0 h 6858478"/>
              <a:gd name="connsiteX4" fmla="*/ 4648606 w 8896786"/>
              <a:gd name="connsiteY4" fmla="*/ 0 h 6858478"/>
              <a:gd name="connsiteX5" fmla="*/ 0 w 8896786"/>
              <a:gd name="connsiteY5" fmla="*/ 0 h 6858478"/>
              <a:gd name="connsiteX6" fmla="*/ 0 w 8896786"/>
              <a:gd name="connsiteY6" fmla="*/ 6857915 h 6858478"/>
              <a:gd name="connsiteX7" fmla="*/ 1472491 w 8896786"/>
              <a:gd name="connsiteY7" fmla="*/ 6857915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96786" h="6858478">
                <a:moveTo>
                  <a:pt x="1472231" y="6858478"/>
                </a:moveTo>
                <a:lnTo>
                  <a:pt x="8896786" y="6858478"/>
                </a:lnTo>
                <a:lnTo>
                  <a:pt x="5720411" y="0"/>
                </a:lnTo>
                <a:lnTo>
                  <a:pt x="5714834" y="0"/>
                </a:lnTo>
                <a:lnTo>
                  <a:pt x="4648606" y="0"/>
                </a:lnTo>
                <a:lnTo>
                  <a:pt x="0" y="0"/>
                </a:lnTo>
                <a:lnTo>
                  <a:pt x="0" y="6857915"/>
                </a:lnTo>
                <a:lnTo>
                  <a:pt x="1472491" y="6857915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2F033D07-FE42-4E5C-A00A-FFE1D42C0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9"/>
            <a:ext cx="8096249" cy="6858479"/>
          </a:xfrm>
          <a:custGeom>
            <a:avLst/>
            <a:gdLst>
              <a:gd name="connsiteX0" fmla="*/ 0 w 8096249"/>
              <a:gd name="connsiteY0" fmla="*/ 6858479 h 6858479"/>
              <a:gd name="connsiteX1" fmla="*/ 2130297 w 8096249"/>
              <a:gd name="connsiteY1" fmla="*/ 6858479 h 6858479"/>
              <a:gd name="connsiteX2" fmla="*/ 2130297 w 8096249"/>
              <a:gd name="connsiteY2" fmla="*/ 6858478 h 6858479"/>
              <a:gd name="connsiteX3" fmla="*/ 8096249 w 8096249"/>
              <a:gd name="connsiteY3" fmla="*/ 6858478 h 6858479"/>
              <a:gd name="connsiteX4" fmla="*/ 4919874 w 8096249"/>
              <a:gd name="connsiteY4" fmla="*/ 0 h 6858479"/>
              <a:gd name="connsiteX5" fmla="*/ 4914297 w 8096249"/>
              <a:gd name="connsiteY5" fmla="*/ 0 h 6858479"/>
              <a:gd name="connsiteX6" fmla="*/ 3848069 w 8096249"/>
              <a:gd name="connsiteY6" fmla="*/ 0 h 6858479"/>
              <a:gd name="connsiteX7" fmla="*/ 18197 w 8096249"/>
              <a:gd name="connsiteY7" fmla="*/ 0 h 6858479"/>
              <a:gd name="connsiteX8" fmla="*/ 18197 w 8096249"/>
              <a:gd name="connsiteY8" fmla="*/ 479 h 6858479"/>
              <a:gd name="connsiteX9" fmla="*/ 0 w 8096249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96249" h="6858479">
                <a:moveTo>
                  <a:pt x="0" y="6858479"/>
                </a:moveTo>
                <a:lnTo>
                  <a:pt x="2130297" y="6858479"/>
                </a:lnTo>
                <a:lnTo>
                  <a:pt x="2130297" y="6858478"/>
                </a:lnTo>
                <a:lnTo>
                  <a:pt x="8096249" y="6858478"/>
                </a:lnTo>
                <a:lnTo>
                  <a:pt x="4919874" y="0"/>
                </a:lnTo>
                <a:lnTo>
                  <a:pt x="4914297" y="0"/>
                </a:lnTo>
                <a:lnTo>
                  <a:pt x="3848069" y="0"/>
                </a:lnTo>
                <a:lnTo>
                  <a:pt x="18197" y="0"/>
                </a:lnTo>
                <a:lnTo>
                  <a:pt x="18197" y="479"/>
                </a:lnTo>
                <a:lnTo>
                  <a:pt x="0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68FE821-3E86-4AE8-A55A-A744E3572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77824"/>
            <a:ext cx="5294376" cy="30723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PROYECTO FINAL</a:t>
            </a:r>
            <a:b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TUP</a:t>
            </a:r>
          </a:p>
        </p:txBody>
      </p:sp>
      <p:pic>
        <p:nvPicPr>
          <p:cNvPr id="12" name="Imagen 11" descr="Texto&#10;&#10;Descripción generada automáticamente con confianza media">
            <a:extLst>
              <a:ext uri="{FF2B5EF4-FFF2-40B4-BE49-F238E27FC236}">
                <a16:creationId xmlns:a16="http://schemas.microsoft.com/office/drawing/2014/main" id="{A80FAE8C-07D7-AC7F-03E6-B84B93CF4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528" y="2412382"/>
            <a:ext cx="3185800" cy="153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001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8C3900-B8A1-4965-88E6-CBCBFE067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65945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D7FA724-1024-45DB-AF7D-A3CECDA4F86B}"/>
              </a:ext>
            </a:extLst>
          </p:cNvPr>
          <p:cNvSpPr txBox="1"/>
          <p:nvPr/>
        </p:nvSpPr>
        <p:spPr>
          <a:xfrm>
            <a:off x="489528" y="610467"/>
            <a:ext cx="3977520" cy="5412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REQUERIMIENTOS MÍNIMOS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8C856C93-ABD9-4FBD-9CD9-FFD964442A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6921126"/>
              </p:ext>
            </p:extLst>
          </p:nvPr>
        </p:nvGraphicFramePr>
        <p:xfrm>
          <a:off x="5592480" y="1714500"/>
          <a:ext cx="5504145" cy="4703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n 4" descr="Texto&#10;&#10;Descripción generada automáticamente con confianza media">
            <a:extLst>
              <a:ext uri="{FF2B5EF4-FFF2-40B4-BE49-F238E27FC236}">
                <a16:creationId xmlns:a16="http://schemas.microsoft.com/office/drawing/2014/main" id="{9D2FB6F4-B80A-431E-A41F-4264084B85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953" y="176674"/>
            <a:ext cx="3185800" cy="153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91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5292B15B-4F98-4DBC-A03C-CCB9FEA045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3130876"/>
              </p:ext>
            </p:extLst>
          </p:nvPr>
        </p:nvGraphicFramePr>
        <p:xfrm>
          <a:off x="238125" y="666750"/>
          <a:ext cx="11839575" cy="6686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4279C27F-67D4-48BA-8299-16AC1091587B}"/>
              </a:ext>
            </a:extLst>
          </p:cNvPr>
          <p:cNvSpPr txBox="1"/>
          <p:nvPr/>
        </p:nvSpPr>
        <p:spPr>
          <a:xfrm>
            <a:off x="304800" y="381000"/>
            <a:ext cx="11649075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4000" dirty="0"/>
              <a:t>TECNICATURA UNIV. EN PROGRAMACIÓN</a:t>
            </a:r>
            <a:endParaRPr lang="es-AR" sz="4000" dirty="0"/>
          </a:p>
        </p:txBody>
      </p:sp>
      <p:pic>
        <p:nvPicPr>
          <p:cNvPr id="4" name="Imagen 3" descr="Texto&#10;&#10;Descripción generada automáticamente con confianza media">
            <a:extLst>
              <a:ext uri="{FF2B5EF4-FFF2-40B4-BE49-F238E27FC236}">
                <a16:creationId xmlns:a16="http://schemas.microsoft.com/office/drawing/2014/main" id="{CACFC3AA-819C-096C-4A9D-529C31782C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100" y="1088886"/>
            <a:ext cx="3185800" cy="153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46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Texto&#10;&#10;Descripción generada automáticamente con confianza media">
            <a:extLst>
              <a:ext uri="{FF2B5EF4-FFF2-40B4-BE49-F238E27FC236}">
                <a16:creationId xmlns:a16="http://schemas.microsoft.com/office/drawing/2014/main" id="{0A1D5B9C-68B2-CF6E-1D77-72294EA6C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903" y="2545732"/>
            <a:ext cx="3185800" cy="153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593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120</Words>
  <Application>Microsoft Office PowerPoint</Application>
  <PresentationFormat>Panorámica</PresentationFormat>
  <Paragraphs>27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Tema de Office</vt:lpstr>
      <vt:lpstr>PROYECTO FINAL TUP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FINAL</dc:title>
  <dc:creator>Audoglio, Pablo</dc:creator>
  <cp:lastModifiedBy>Audoglio, Pablo</cp:lastModifiedBy>
  <cp:revision>10</cp:revision>
  <dcterms:created xsi:type="dcterms:W3CDTF">2021-07-29T20:34:38Z</dcterms:created>
  <dcterms:modified xsi:type="dcterms:W3CDTF">2022-06-23T17:55:39Z</dcterms:modified>
</cp:coreProperties>
</file>